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0" r:id="rId2"/>
    <p:sldId id="299" r:id="rId3"/>
    <p:sldId id="300" r:id="rId4"/>
    <p:sldId id="301" r:id="rId5"/>
    <p:sldId id="302" r:id="rId6"/>
    <p:sldId id="303" r:id="rId7"/>
    <p:sldId id="298" r:id="rId8"/>
    <p:sldId id="304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0519A-D650-44CA-82DE-17BD9D8043F5}" v="59" dt="2026-02-27T22:20:01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276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6A5CB-00B9-4159-8E5D-E3286A26460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3CC23D-4D61-44CF-B007-BCCB7B315633}">
      <dgm:prSet phldrT="[Text]" phldr="0" custT="1"/>
      <dgm:spPr>
        <a:solidFill>
          <a:srgbClr val="002060"/>
        </a:solidFill>
      </dgm:spPr>
      <dgm:t>
        <a:bodyPr/>
        <a:lstStyle/>
        <a:p>
          <a:pPr algn="l"/>
          <a:r>
            <a:rPr lang="en-US" sz="2800" dirty="0"/>
            <a:t>   AI in the finance field</a:t>
          </a:r>
        </a:p>
      </dgm:t>
    </dgm:pt>
    <dgm:pt modelId="{080F7B21-3E0D-4FD9-AF0B-71F011B8B26D}" type="parTrans" cxnId="{0669150B-9795-4DAB-A069-A8327A1D1380}">
      <dgm:prSet/>
      <dgm:spPr/>
      <dgm:t>
        <a:bodyPr/>
        <a:lstStyle/>
        <a:p>
          <a:endParaRPr lang="en-US"/>
        </a:p>
      </dgm:t>
    </dgm:pt>
    <dgm:pt modelId="{AB1DCDBE-B555-438C-A108-A718D86B9E18}" type="sibTrans" cxnId="{0669150B-9795-4DAB-A069-A8327A1D1380}">
      <dgm:prSet/>
      <dgm:spPr/>
      <dgm:t>
        <a:bodyPr/>
        <a:lstStyle/>
        <a:p>
          <a:endParaRPr lang="en-US"/>
        </a:p>
      </dgm:t>
    </dgm:pt>
    <dgm:pt modelId="{C5AEA7C0-86FB-4036-A59B-86F624B7CF82}">
      <dgm:prSet phldrT="[Text]" phldr="0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800" dirty="0"/>
            <a:t>    Sector deep dives</a:t>
          </a:r>
        </a:p>
      </dgm:t>
    </dgm:pt>
    <dgm:pt modelId="{2AA8C68F-F821-4C11-8EC1-D467F882C8EC}" type="parTrans" cxnId="{07825FC4-A43F-4CEF-8BCE-509C22409FA6}">
      <dgm:prSet/>
      <dgm:spPr/>
      <dgm:t>
        <a:bodyPr/>
        <a:lstStyle/>
        <a:p>
          <a:endParaRPr lang="en-US"/>
        </a:p>
      </dgm:t>
    </dgm:pt>
    <dgm:pt modelId="{EC2E9135-CEF9-4452-8DFD-ABB7B7725B9C}" type="sibTrans" cxnId="{07825FC4-A43F-4CEF-8BCE-509C22409FA6}">
      <dgm:prSet/>
      <dgm:spPr/>
      <dgm:t>
        <a:bodyPr/>
        <a:lstStyle/>
        <a:p>
          <a:endParaRPr lang="en-US"/>
        </a:p>
      </dgm:t>
    </dgm:pt>
    <dgm:pt modelId="{D1623489-AD5B-4B55-9219-56C14A91E4C5}">
      <dgm:prSet phldrT="[Text]" phldr="0" custT="1"/>
      <dgm:spPr>
        <a:solidFill>
          <a:srgbClr val="0070C0"/>
        </a:solidFill>
      </dgm:spPr>
      <dgm:t>
        <a:bodyPr/>
        <a:lstStyle/>
        <a:p>
          <a:r>
            <a:rPr lang="en-US" sz="2800" dirty="0"/>
            <a:t>Risks and implications</a:t>
          </a:r>
        </a:p>
      </dgm:t>
    </dgm:pt>
    <dgm:pt modelId="{BBC8A7AB-9B94-43CF-A795-B56926BAD43A}" type="parTrans" cxnId="{108A5855-606F-456C-8741-E02EB4EC95E0}">
      <dgm:prSet/>
      <dgm:spPr/>
      <dgm:t>
        <a:bodyPr/>
        <a:lstStyle/>
        <a:p>
          <a:endParaRPr lang="en-US"/>
        </a:p>
      </dgm:t>
    </dgm:pt>
    <dgm:pt modelId="{3055D0C9-FA37-4CD6-B610-D8C499C4C3D5}" type="sibTrans" cxnId="{108A5855-606F-456C-8741-E02EB4EC95E0}">
      <dgm:prSet/>
      <dgm:spPr/>
      <dgm:t>
        <a:bodyPr/>
        <a:lstStyle/>
        <a:p>
          <a:endParaRPr lang="en-US"/>
        </a:p>
      </dgm:t>
    </dgm:pt>
    <dgm:pt modelId="{A2109724-3A76-4D7E-8B00-8A17BA34A4A7}" type="pres">
      <dgm:prSet presAssocID="{B446A5CB-00B9-4159-8E5D-E3286A264600}" presName="Name0" presStyleCnt="0">
        <dgm:presLayoutVars>
          <dgm:dir/>
          <dgm:resizeHandles val="exact"/>
        </dgm:presLayoutVars>
      </dgm:prSet>
      <dgm:spPr/>
    </dgm:pt>
    <dgm:pt modelId="{05C4162F-E9C3-4BB4-82AB-283DADB31789}" type="pres">
      <dgm:prSet presAssocID="{183CC23D-4D61-44CF-B007-BCCB7B315633}" presName="parTxOnly" presStyleLbl="node1" presStyleIdx="0" presStyleCnt="3">
        <dgm:presLayoutVars>
          <dgm:bulletEnabled val="1"/>
        </dgm:presLayoutVars>
      </dgm:prSet>
      <dgm:spPr/>
    </dgm:pt>
    <dgm:pt modelId="{2F0FCDC4-4D82-4BA7-A615-C0056CFA3F1A}" type="pres">
      <dgm:prSet presAssocID="{AB1DCDBE-B555-438C-A108-A718D86B9E18}" presName="parSpace" presStyleCnt="0"/>
      <dgm:spPr/>
    </dgm:pt>
    <dgm:pt modelId="{6BAFD2FB-FA61-4301-9847-B9DE679065FA}" type="pres">
      <dgm:prSet presAssocID="{C5AEA7C0-86FB-4036-A59B-86F624B7CF82}" presName="parTxOnly" presStyleLbl="node1" presStyleIdx="1" presStyleCnt="3">
        <dgm:presLayoutVars>
          <dgm:bulletEnabled val="1"/>
        </dgm:presLayoutVars>
      </dgm:prSet>
      <dgm:spPr/>
    </dgm:pt>
    <dgm:pt modelId="{7ACCD70B-499F-40E3-A460-0DB1D807E959}" type="pres">
      <dgm:prSet presAssocID="{EC2E9135-CEF9-4452-8DFD-ABB7B7725B9C}" presName="parSpace" presStyleCnt="0"/>
      <dgm:spPr/>
    </dgm:pt>
    <dgm:pt modelId="{058906CD-410A-4DEF-96BC-5ACA867CB529}" type="pres">
      <dgm:prSet presAssocID="{D1623489-AD5B-4B55-9219-56C14A91E4C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669A4D05-077A-4734-A306-66BAA12A82EB}" type="presOf" srcId="{D1623489-AD5B-4B55-9219-56C14A91E4C5}" destId="{058906CD-410A-4DEF-96BC-5ACA867CB529}" srcOrd="0" destOrd="0" presId="urn:microsoft.com/office/officeart/2005/8/layout/hChevron3"/>
    <dgm:cxn modelId="{0669150B-9795-4DAB-A069-A8327A1D1380}" srcId="{B446A5CB-00B9-4159-8E5D-E3286A264600}" destId="{183CC23D-4D61-44CF-B007-BCCB7B315633}" srcOrd="0" destOrd="0" parTransId="{080F7B21-3E0D-4FD9-AF0B-71F011B8B26D}" sibTransId="{AB1DCDBE-B555-438C-A108-A718D86B9E18}"/>
    <dgm:cxn modelId="{DAC92463-28AE-45FB-8F76-2B739E0896B2}" type="presOf" srcId="{C5AEA7C0-86FB-4036-A59B-86F624B7CF82}" destId="{6BAFD2FB-FA61-4301-9847-B9DE679065FA}" srcOrd="0" destOrd="0" presId="urn:microsoft.com/office/officeart/2005/8/layout/hChevron3"/>
    <dgm:cxn modelId="{4F90A26C-1B55-4360-BA63-D34BCDEDFC18}" type="presOf" srcId="{B446A5CB-00B9-4159-8E5D-E3286A264600}" destId="{A2109724-3A76-4D7E-8B00-8A17BA34A4A7}" srcOrd="0" destOrd="0" presId="urn:microsoft.com/office/officeart/2005/8/layout/hChevron3"/>
    <dgm:cxn modelId="{108A5855-606F-456C-8741-E02EB4EC95E0}" srcId="{B446A5CB-00B9-4159-8E5D-E3286A264600}" destId="{D1623489-AD5B-4B55-9219-56C14A91E4C5}" srcOrd="2" destOrd="0" parTransId="{BBC8A7AB-9B94-43CF-A795-B56926BAD43A}" sibTransId="{3055D0C9-FA37-4CD6-B610-D8C499C4C3D5}"/>
    <dgm:cxn modelId="{1FA4CF9B-4EB2-452D-AE33-122C34153776}" type="presOf" srcId="{183CC23D-4D61-44CF-B007-BCCB7B315633}" destId="{05C4162F-E9C3-4BB4-82AB-283DADB31789}" srcOrd="0" destOrd="0" presId="urn:microsoft.com/office/officeart/2005/8/layout/hChevron3"/>
    <dgm:cxn modelId="{07825FC4-A43F-4CEF-8BCE-509C22409FA6}" srcId="{B446A5CB-00B9-4159-8E5D-E3286A264600}" destId="{C5AEA7C0-86FB-4036-A59B-86F624B7CF82}" srcOrd="1" destOrd="0" parTransId="{2AA8C68F-F821-4C11-8EC1-D467F882C8EC}" sibTransId="{EC2E9135-CEF9-4452-8DFD-ABB7B7725B9C}"/>
    <dgm:cxn modelId="{FCD2B380-6C6B-4C3A-AD0F-F78007C23F80}" type="presParOf" srcId="{A2109724-3A76-4D7E-8B00-8A17BA34A4A7}" destId="{05C4162F-E9C3-4BB4-82AB-283DADB31789}" srcOrd="0" destOrd="0" presId="urn:microsoft.com/office/officeart/2005/8/layout/hChevron3"/>
    <dgm:cxn modelId="{F45E264A-36FE-44C6-A708-DCAD5EC4C4B8}" type="presParOf" srcId="{A2109724-3A76-4D7E-8B00-8A17BA34A4A7}" destId="{2F0FCDC4-4D82-4BA7-A615-C0056CFA3F1A}" srcOrd="1" destOrd="0" presId="urn:microsoft.com/office/officeart/2005/8/layout/hChevron3"/>
    <dgm:cxn modelId="{618B667A-E00F-45C8-A54C-C706D8311247}" type="presParOf" srcId="{A2109724-3A76-4D7E-8B00-8A17BA34A4A7}" destId="{6BAFD2FB-FA61-4301-9847-B9DE679065FA}" srcOrd="2" destOrd="0" presId="urn:microsoft.com/office/officeart/2005/8/layout/hChevron3"/>
    <dgm:cxn modelId="{7F72713D-58E6-4ECC-AE80-FE5E27EB87F3}" type="presParOf" srcId="{A2109724-3A76-4D7E-8B00-8A17BA34A4A7}" destId="{7ACCD70B-499F-40E3-A460-0DB1D807E959}" srcOrd="3" destOrd="0" presId="urn:microsoft.com/office/officeart/2005/8/layout/hChevron3"/>
    <dgm:cxn modelId="{CB07548E-E447-44A1-A782-8503F8D0B312}" type="presParOf" srcId="{A2109724-3A76-4D7E-8B00-8A17BA34A4A7}" destId="{058906CD-410A-4DEF-96BC-5ACA867CB52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46A5CB-00B9-4159-8E5D-E3286A26460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3CC23D-4D61-44CF-B007-BCCB7B315633}">
      <dgm:prSet phldrT="[Text]" phldr="0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800" dirty="0"/>
            <a:t>   AI in the finance field</a:t>
          </a:r>
        </a:p>
      </dgm:t>
    </dgm:pt>
    <dgm:pt modelId="{080F7B21-3E0D-4FD9-AF0B-71F011B8B26D}" type="parTrans" cxnId="{0669150B-9795-4DAB-A069-A8327A1D1380}">
      <dgm:prSet/>
      <dgm:spPr/>
      <dgm:t>
        <a:bodyPr/>
        <a:lstStyle/>
        <a:p>
          <a:endParaRPr lang="en-US"/>
        </a:p>
      </dgm:t>
    </dgm:pt>
    <dgm:pt modelId="{AB1DCDBE-B555-438C-A108-A718D86B9E18}" type="sibTrans" cxnId="{0669150B-9795-4DAB-A069-A8327A1D1380}">
      <dgm:prSet/>
      <dgm:spPr/>
      <dgm:t>
        <a:bodyPr/>
        <a:lstStyle/>
        <a:p>
          <a:endParaRPr lang="en-US"/>
        </a:p>
      </dgm:t>
    </dgm:pt>
    <dgm:pt modelId="{C5AEA7C0-86FB-4036-A59B-86F624B7CF82}">
      <dgm:prSet phldrT="[Text]" phldr="0" custT="1"/>
      <dgm:spPr>
        <a:solidFill>
          <a:srgbClr val="002060"/>
        </a:solidFill>
      </dgm:spPr>
      <dgm:t>
        <a:bodyPr/>
        <a:lstStyle/>
        <a:p>
          <a:pPr algn="l"/>
          <a:r>
            <a:rPr lang="en-US" sz="2800" dirty="0"/>
            <a:t>    Sector deep dives</a:t>
          </a:r>
        </a:p>
      </dgm:t>
    </dgm:pt>
    <dgm:pt modelId="{2AA8C68F-F821-4C11-8EC1-D467F882C8EC}" type="parTrans" cxnId="{07825FC4-A43F-4CEF-8BCE-509C22409FA6}">
      <dgm:prSet/>
      <dgm:spPr/>
      <dgm:t>
        <a:bodyPr/>
        <a:lstStyle/>
        <a:p>
          <a:endParaRPr lang="en-US"/>
        </a:p>
      </dgm:t>
    </dgm:pt>
    <dgm:pt modelId="{EC2E9135-CEF9-4452-8DFD-ABB7B7725B9C}" type="sibTrans" cxnId="{07825FC4-A43F-4CEF-8BCE-509C22409FA6}">
      <dgm:prSet/>
      <dgm:spPr/>
      <dgm:t>
        <a:bodyPr/>
        <a:lstStyle/>
        <a:p>
          <a:endParaRPr lang="en-US"/>
        </a:p>
      </dgm:t>
    </dgm:pt>
    <dgm:pt modelId="{D1623489-AD5B-4B55-9219-56C14A91E4C5}">
      <dgm:prSet phldrT="[Text]" phldr="0" custT="1"/>
      <dgm:spPr>
        <a:solidFill>
          <a:srgbClr val="0070C0"/>
        </a:solidFill>
      </dgm:spPr>
      <dgm:t>
        <a:bodyPr/>
        <a:lstStyle/>
        <a:p>
          <a:r>
            <a:rPr lang="en-US" sz="2800" dirty="0"/>
            <a:t>Risks and implications</a:t>
          </a:r>
        </a:p>
      </dgm:t>
    </dgm:pt>
    <dgm:pt modelId="{BBC8A7AB-9B94-43CF-A795-B56926BAD43A}" type="parTrans" cxnId="{108A5855-606F-456C-8741-E02EB4EC95E0}">
      <dgm:prSet/>
      <dgm:spPr/>
      <dgm:t>
        <a:bodyPr/>
        <a:lstStyle/>
        <a:p>
          <a:endParaRPr lang="en-US"/>
        </a:p>
      </dgm:t>
    </dgm:pt>
    <dgm:pt modelId="{3055D0C9-FA37-4CD6-B610-D8C499C4C3D5}" type="sibTrans" cxnId="{108A5855-606F-456C-8741-E02EB4EC95E0}">
      <dgm:prSet/>
      <dgm:spPr/>
      <dgm:t>
        <a:bodyPr/>
        <a:lstStyle/>
        <a:p>
          <a:endParaRPr lang="en-US"/>
        </a:p>
      </dgm:t>
    </dgm:pt>
    <dgm:pt modelId="{A2109724-3A76-4D7E-8B00-8A17BA34A4A7}" type="pres">
      <dgm:prSet presAssocID="{B446A5CB-00B9-4159-8E5D-E3286A264600}" presName="Name0" presStyleCnt="0">
        <dgm:presLayoutVars>
          <dgm:dir/>
          <dgm:resizeHandles val="exact"/>
        </dgm:presLayoutVars>
      </dgm:prSet>
      <dgm:spPr/>
    </dgm:pt>
    <dgm:pt modelId="{05C4162F-E9C3-4BB4-82AB-283DADB31789}" type="pres">
      <dgm:prSet presAssocID="{183CC23D-4D61-44CF-B007-BCCB7B315633}" presName="parTxOnly" presStyleLbl="node1" presStyleIdx="0" presStyleCnt="3">
        <dgm:presLayoutVars>
          <dgm:bulletEnabled val="1"/>
        </dgm:presLayoutVars>
      </dgm:prSet>
      <dgm:spPr/>
    </dgm:pt>
    <dgm:pt modelId="{2F0FCDC4-4D82-4BA7-A615-C0056CFA3F1A}" type="pres">
      <dgm:prSet presAssocID="{AB1DCDBE-B555-438C-A108-A718D86B9E18}" presName="parSpace" presStyleCnt="0"/>
      <dgm:spPr/>
    </dgm:pt>
    <dgm:pt modelId="{6BAFD2FB-FA61-4301-9847-B9DE679065FA}" type="pres">
      <dgm:prSet presAssocID="{C5AEA7C0-86FB-4036-A59B-86F624B7CF82}" presName="parTxOnly" presStyleLbl="node1" presStyleIdx="1" presStyleCnt="3">
        <dgm:presLayoutVars>
          <dgm:bulletEnabled val="1"/>
        </dgm:presLayoutVars>
      </dgm:prSet>
      <dgm:spPr/>
    </dgm:pt>
    <dgm:pt modelId="{7ACCD70B-499F-40E3-A460-0DB1D807E959}" type="pres">
      <dgm:prSet presAssocID="{EC2E9135-CEF9-4452-8DFD-ABB7B7725B9C}" presName="parSpace" presStyleCnt="0"/>
      <dgm:spPr/>
    </dgm:pt>
    <dgm:pt modelId="{058906CD-410A-4DEF-96BC-5ACA867CB529}" type="pres">
      <dgm:prSet presAssocID="{D1623489-AD5B-4B55-9219-56C14A91E4C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669A4D05-077A-4734-A306-66BAA12A82EB}" type="presOf" srcId="{D1623489-AD5B-4B55-9219-56C14A91E4C5}" destId="{058906CD-410A-4DEF-96BC-5ACA867CB529}" srcOrd="0" destOrd="0" presId="urn:microsoft.com/office/officeart/2005/8/layout/hChevron3"/>
    <dgm:cxn modelId="{0669150B-9795-4DAB-A069-A8327A1D1380}" srcId="{B446A5CB-00B9-4159-8E5D-E3286A264600}" destId="{183CC23D-4D61-44CF-B007-BCCB7B315633}" srcOrd="0" destOrd="0" parTransId="{080F7B21-3E0D-4FD9-AF0B-71F011B8B26D}" sibTransId="{AB1DCDBE-B555-438C-A108-A718D86B9E18}"/>
    <dgm:cxn modelId="{DAC92463-28AE-45FB-8F76-2B739E0896B2}" type="presOf" srcId="{C5AEA7C0-86FB-4036-A59B-86F624B7CF82}" destId="{6BAFD2FB-FA61-4301-9847-B9DE679065FA}" srcOrd="0" destOrd="0" presId="urn:microsoft.com/office/officeart/2005/8/layout/hChevron3"/>
    <dgm:cxn modelId="{4F90A26C-1B55-4360-BA63-D34BCDEDFC18}" type="presOf" srcId="{B446A5CB-00B9-4159-8E5D-E3286A264600}" destId="{A2109724-3A76-4D7E-8B00-8A17BA34A4A7}" srcOrd="0" destOrd="0" presId="urn:microsoft.com/office/officeart/2005/8/layout/hChevron3"/>
    <dgm:cxn modelId="{108A5855-606F-456C-8741-E02EB4EC95E0}" srcId="{B446A5CB-00B9-4159-8E5D-E3286A264600}" destId="{D1623489-AD5B-4B55-9219-56C14A91E4C5}" srcOrd="2" destOrd="0" parTransId="{BBC8A7AB-9B94-43CF-A795-B56926BAD43A}" sibTransId="{3055D0C9-FA37-4CD6-B610-D8C499C4C3D5}"/>
    <dgm:cxn modelId="{1FA4CF9B-4EB2-452D-AE33-122C34153776}" type="presOf" srcId="{183CC23D-4D61-44CF-B007-BCCB7B315633}" destId="{05C4162F-E9C3-4BB4-82AB-283DADB31789}" srcOrd="0" destOrd="0" presId="urn:microsoft.com/office/officeart/2005/8/layout/hChevron3"/>
    <dgm:cxn modelId="{07825FC4-A43F-4CEF-8BCE-509C22409FA6}" srcId="{B446A5CB-00B9-4159-8E5D-E3286A264600}" destId="{C5AEA7C0-86FB-4036-A59B-86F624B7CF82}" srcOrd="1" destOrd="0" parTransId="{2AA8C68F-F821-4C11-8EC1-D467F882C8EC}" sibTransId="{EC2E9135-CEF9-4452-8DFD-ABB7B7725B9C}"/>
    <dgm:cxn modelId="{FCD2B380-6C6B-4C3A-AD0F-F78007C23F80}" type="presParOf" srcId="{A2109724-3A76-4D7E-8B00-8A17BA34A4A7}" destId="{05C4162F-E9C3-4BB4-82AB-283DADB31789}" srcOrd="0" destOrd="0" presId="urn:microsoft.com/office/officeart/2005/8/layout/hChevron3"/>
    <dgm:cxn modelId="{F45E264A-36FE-44C6-A708-DCAD5EC4C4B8}" type="presParOf" srcId="{A2109724-3A76-4D7E-8B00-8A17BA34A4A7}" destId="{2F0FCDC4-4D82-4BA7-A615-C0056CFA3F1A}" srcOrd="1" destOrd="0" presId="urn:microsoft.com/office/officeart/2005/8/layout/hChevron3"/>
    <dgm:cxn modelId="{618B667A-E00F-45C8-A54C-C706D8311247}" type="presParOf" srcId="{A2109724-3A76-4D7E-8B00-8A17BA34A4A7}" destId="{6BAFD2FB-FA61-4301-9847-B9DE679065FA}" srcOrd="2" destOrd="0" presId="urn:microsoft.com/office/officeart/2005/8/layout/hChevron3"/>
    <dgm:cxn modelId="{7F72713D-58E6-4ECC-AE80-FE5E27EB87F3}" type="presParOf" srcId="{A2109724-3A76-4D7E-8B00-8A17BA34A4A7}" destId="{7ACCD70B-499F-40E3-A460-0DB1D807E959}" srcOrd="3" destOrd="0" presId="urn:microsoft.com/office/officeart/2005/8/layout/hChevron3"/>
    <dgm:cxn modelId="{CB07548E-E447-44A1-A782-8503F8D0B312}" type="presParOf" srcId="{A2109724-3A76-4D7E-8B00-8A17BA34A4A7}" destId="{058906CD-410A-4DEF-96BC-5ACA867CB52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46A5CB-00B9-4159-8E5D-E3286A26460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3CC23D-4D61-44CF-B007-BCCB7B315633}">
      <dgm:prSet phldrT="[Text]" phldr="0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800" dirty="0"/>
            <a:t>   AI in the finance field</a:t>
          </a:r>
        </a:p>
      </dgm:t>
    </dgm:pt>
    <dgm:pt modelId="{080F7B21-3E0D-4FD9-AF0B-71F011B8B26D}" type="parTrans" cxnId="{0669150B-9795-4DAB-A069-A8327A1D1380}">
      <dgm:prSet/>
      <dgm:spPr/>
      <dgm:t>
        <a:bodyPr/>
        <a:lstStyle/>
        <a:p>
          <a:endParaRPr lang="en-US"/>
        </a:p>
      </dgm:t>
    </dgm:pt>
    <dgm:pt modelId="{AB1DCDBE-B555-438C-A108-A718D86B9E18}" type="sibTrans" cxnId="{0669150B-9795-4DAB-A069-A8327A1D1380}">
      <dgm:prSet/>
      <dgm:spPr/>
      <dgm:t>
        <a:bodyPr/>
        <a:lstStyle/>
        <a:p>
          <a:endParaRPr lang="en-US"/>
        </a:p>
      </dgm:t>
    </dgm:pt>
    <dgm:pt modelId="{C5AEA7C0-86FB-4036-A59B-86F624B7CF82}">
      <dgm:prSet phldrT="[Text]" phldr="0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2800" dirty="0"/>
            <a:t>    Sector deep dives</a:t>
          </a:r>
        </a:p>
      </dgm:t>
    </dgm:pt>
    <dgm:pt modelId="{2AA8C68F-F821-4C11-8EC1-D467F882C8EC}" type="parTrans" cxnId="{07825FC4-A43F-4CEF-8BCE-509C22409FA6}">
      <dgm:prSet/>
      <dgm:spPr/>
      <dgm:t>
        <a:bodyPr/>
        <a:lstStyle/>
        <a:p>
          <a:endParaRPr lang="en-US"/>
        </a:p>
      </dgm:t>
    </dgm:pt>
    <dgm:pt modelId="{EC2E9135-CEF9-4452-8DFD-ABB7B7725B9C}" type="sibTrans" cxnId="{07825FC4-A43F-4CEF-8BCE-509C22409FA6}">
      <dgm:prSet/>
      <dgm:spPr/>
      <dgm:t>
        <a:bodyPr/>
        <a:lstStyle/>
        <a:p>
          <a:endParaRPr lang="en-US"/>
        </a:p>
      </dgm:t>
    </dgm:pt>
    <dgm:pt modelId="{D1623489-AD5B-4B55-9219-56C14A91E4C5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Risks and implications</a:t>
          </a:r>
        </a:p>
      </dgm:t>
    </dgm:pt>
    <dgm:pt modelId="{BBC8A7AB-9B94-43CF-A795-B56926BAD43A}" type="parTrans" cxnId="{108A5855-606F-456C-8741-E02EB4EC95E0}">
      <dgm:prSet/>
      <dgm:spPr/>
      <dgm:t>
        <a:bodyPr/>
        <a:lstStyle/>
        <a:p>
          <a:endParaRPr lang="en-US"/>
        </a:p>
      </dgm:t>
    </dgm:pt>
    <dgm:pt modelId="{3055D0C9-FA37-4CD6-B610-D8C499C4C3D5}" type="sibTrans" cxnId="{108A5855-606F-456C-8741-E02EB4EC95E0}">
      <dgm:prSet/>
      <dgm:spPr/>
      <dgm:t>
        <a:bodyPr/>
        <a:lstStyle/>
        <a:p>
          <a:endParaRPr lang="en-US"/>
        </a:p>
      </dgm:t>
    </dgm:pt>
    <dgm:pt modelId="{A2109724-3A76-4D7E-8B00-8A17BA34A4A7}" type="pres">
      <dgm:prSet presAssocID="{B446A5CB-00B9-4159-8E5D-E3286A264600}" presName="Name0" presStyleCnt="0">
        <dgm:presLayoutVars>
          <dgm:dir/>
          <dgm:resizeHandles val="exact"/>
        </dgm:presLayoutVars>
      </dgm:prSet>
      <dgm:spPr/>
    </dgm:pt>
    <dgm:pt modelId="{05C4162F-E9C3-4BB4-82AB-283DADB31789}" type="pres">
      <dgm:prSet presAssocID="{183CC23D-4D61-44CF-B007-BCCB7B315633}" presName="parTxOnly" presStyleLbl="node1" presStyleIdx="0" presStyleCnt="3">
        <dgm:presLayoutVars>
          <dgm:bulletEnabled val="1"/>
        </dgm:presLayoutVars>
      </dgm:prSet>
      <dgm:spPr/>
    </dgm:pt>
    <dgm:pt modelId="{2F0FCDC4-4D82-4BA7-A615-C0056CFA3F1A}" type="pres">
      <dgm:prSet presAssocID="{AB1DCDBE-B555-438C-A108-A718D86B9E18}" presName="parSpace" presStyleCnt="0"/>
      <dgm:spPr/>
    </dgm:pt>
    <dgm:pt modelId="{6BAFD2FB-FA61-4301-9847-B9DE679065FA}" type="pres">
      <dgm:prSet presAssocID="{C5AEA7C0-86FB-4036-A59B-86F624B7CF82}" presName="parTxOnly" presStyleLbl="node1" presStyleIdx="1" presStyleCnt="3">
        <dgm:presLayoutVars>
          <dgm:bulletEnabled val="1"/>
        </dgm:presLayoutVars>
      </dgm:prSet>
      <dgm:spPr/>
    </dgm:pt>
    <dgm:pt modelId="{7ACCD70B-499F-40E3-A460-0DB1D807E959}" type="pres">
      <dgm:prSet presAssocID="{EC2E9135-CEF9-4452-8DFD-ABB7B7725B9C}" presName="parSpace" presStyleCnt="0"/>
      <dgm:spPr/>
    </dgm:pt>
    <dgm:pt modelId="{058906CD-410A-4DEF-96BC-5ACA867CB529}" type="pres">
      <dgm:prSet presAssocID="{D1623489-AD5B-4B55-9219-56C14A91E4C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669A4D05-077A-4734-A306-66BAA12A82EB}" type="presOf" srcId="{D1623489-AD5B-4B55-9219-56C14A91E4C5}" destId="{058906CD-410A-4DEF-96BC-5ACA867CB529}" srcOrd="0" destOrd="0" presId="urn:microsoft.com/office/officeart/2005/8/layout/hChevron3"/>
    <dgm:cxn modelId="{0669150B-9795-4DAB-A069-A8327A1D1380}" srcId="{B446A5CB-00B9-4159-8E5D-E3286A264600}" destId="{183CC23D-4D61-44CF-B007-BCCB7B315633}" srcOrd="0" destOrd="0" parTransId="{080F7B21-3E0D-4FD9-AF0B-71F011B8B26D}" sibTransId="{AB1DCDBE-B555-438C-A108-A718D86B9E18}"/>
    <dgm:cxn modelId="{DAC92463-28AE-45FB-8F76-2B739E0896B2}" type="presOf" srcId="{C5AEA7C0-86FB-4036-A59B-86F624B7CF82}" destId="{6BAFD2FB-FA61-4301-9847-B9DE679065FA}" srcOrd="0" destOrd="0" presId="urn:microsoft.com/office/officeart/2005/8/layout/hChevron3"/>
    <dgm:cxn modelId="{4F90A26C-1B55-4360-BA63-D34BCDEDFC18}" type="presOf" srcId="{B446A5CB-00B9-4159-8E5D-E3286A264600}" destId="{A2109724-3A76-4D7E-8B00-8A17BA34A4A7}" srcOrd="0" destOrd="0" presId="urn:microsoft.com/office/officeart/2005/8/layout/hChevron3"/>
    <dgm:cxn modelId="{108A5855-606F-456C-8741-E02EB4EC95E0}" srcId="{B446A5CB-00B9-4159-8E5D-E3286A264600}" destId="{D1623489-AD5B-4B55-9219-56C14A91E4C5}" srcOrd="2" destOrd="0" parTransId="{BBC8A7AB-9B94-43CF-A795-B56926BAD43A}" sibTransId="{3055D0C9-FA37-4CD6-B610-D8C499C4C3D5}"/>
    <dgm:cxn modelId="{1FA4CF9B-4EB2-452D-AE33-122C34153776}" type="presOf" srcId="{183CC23D-4D61-44CF-B007-BCCB7B315633}" destId="{05C4162F-E9C3-4BB4-82AB-283DADB31789}" srcOrd="0" destOrd="0" presId="urn:microsoft.com/office/officeart/2005/8/layout/hChevron3"/>
    <dgm:cxn modelId="{07825FC4-A43F-4CEF-8BCE-509C22409FA6}" srcId="{B446A5CB-00B9-4159-8E5D-E3286A264600}" destId="{C5AEA7C0-86FB-4036-A59B-86F624B7CF82}" srcOrd="1" destOrd="0" parTransId="{2AA8C68F-F821-4C11-8EC1-D467F882C8EC}" sibTransId="{EC2E9135-CEF9-4452-8DFD-ABB7B7725B9C}"/>
    <dgm:cxn modelId="{FCD2B380-6C6B-4C3A-AD0F-F78007C23F80}" type="presParOf" srcId="{A2109724-3A76-4D7E-8B00-8A17BA34A4A7}" destId="{05C4162F-E9C3-4BB4-82AB-283DADB31789}" srcOrd="0" destOrd="0" presId="urn:microsoft.com/office/officeart/2005/8/layout/hChevron3"/>
    <dgm:cxn modelId="{F45E264A-36FE-44C6-A708-DCAD5EC4C4B8}" type="presParOf" srcId="{A2109724-3A76-4D7E-8B00-8A17BA34A4A7}" destId="{2F0FCDC4-4D82-4BA7-A615-C0056CFA3F1A}" srcOrd="1" destOrd="0" presId="urn:microsoft.com/office/officeart/2005/8/layout/hChevron3"/>
    <dgm:cxn modelId="{618B667A-E00F-45C8-A54C-C706D8311247}" type="presParOf" srcId="{A2109724-3A76-4D7E-8B00-8A17BA34A4A7}" destId="{6BAFD2FB-FA61-4301-9847-B9DE679065FA}" srcOrd="2" destOrd="0" presId="urn:microsoft.com/office/officeart/2005/8/layout/hChevron3"/>
    <dgm:cxn modelId="{7F72713D-58E6-4ECC-AE80-FE5E27EB87F3}" type="presParOf" srcId="{A2109724-3A76-4D7E-8B00-8A17BA34A4A7}" destId="{7ACCD70B-499F-40E3-A460-0DB1D807E959}" srcOrd="3" destOrd="0" presId="urn:microsoft.com/office/officeart/2005/8/layout/hChevron3"/>
    <dgm:cxn modelId="{CB07548E-E447-44A1-A782-8503F8D0B312}" type="presParOf" srcId="{A2109724-3A76-4D7E-8B00-8A17BA34A4A7}" destId="{058906CD-410A-4DEF-96BC-5ACA867CB52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E7AB85-46FC-411B-865E-72F600C45EF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974636-8E11-44A8-AA4D-809047611EAA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Using ChatGPT, I created a binary classification problem</a:t>
          </a:r>
        </a:p>
      </dgm:t>
    </dgm:pt>
    <dgm:pt modelId="{198A4227-6095-4950-AD35-68BE7A772CD6}" type="parTrans" cxnId="{4ED4299F-EE67-4ADF-B4E6-1B1F8D2169F8}">
      <dgm:prSet/>
      <dgm:spPr/>
      <dgm:t>
        <a:bodyPr/>
        <a:lstStyle/>
        <a:p>
          <a:endParaRPr lang="en-US"/>
        </a:p>
      </dgm:t>
    </dgm:pt>
    <dgm:pt modelId="{521E2F9E-8DCE-45D9-B683-0900CB05CE5F}" type="sibTrans" cxnId="{4ED4299F-EE67-4ADF-B4E6-1B1F8D2169F8}">
      <dgm:prSet/>
      <dgm:spPr/>
      <dgm:t>
        <a:bodyPr/>
        <a:lstStyle/>
        <a:p>
          <a:endParaRPr lang="en-US"/>
        </a:p>
      </dgm:t>
    </dgm:pt>
    <dgm:pt modelId="{F4A6DC1B-DAEF-4D40-8AD7-AC2404262336}">
      <dgm:prSet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Involves loan defaults</a:t>
          </a:r>
        </a:p>
      </dgm:t>
    </dgm:pt>
    <dgm:pt modelId="{29643C96-2529-4AB1-9271-97ED1D50A069}" type="parTrans" cxnId="{9CAF3A09-3F7D-4CD1-AE73-D642D3968A92}">
      <dgm:prSet/>
      <dgm:spPr/>
      <dgm:t>
        <a:bodyPr/>
        <a:lstStyle/>
        <a:p>
          <a:endParaRPr lang="en-US"/>
        </a:p>
      </dgm:t>
    </dgm:pt>
    <dgm:pt modelId="{13F74C48-BAA6-4201-AFB2-60EA956401AC}" type="sibTrans" cxnId="{9CAF3A09-3F7D-4CD1-AE73-D642D3968A92}">
      <dgm:prSet/>
      <dgm:spPr/>
      <dgm:t>
        <a:bodyPr/>
        <a:lstStyle/>
        <a:p>
          <a:endParaRPr lang="en-US"/>
        </a:p>
      </dgm:t>
    </dgm:pt>
    <dgm:pt modelId="{247E3D5D-8F85-470E-8626-BED4D1D5B9B6}">
      <dgm:prSet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Each row represents an applicant</a:t>
          </a:r>
        </a:p>
      </dgm:t>
    </dgm:pt>
    <dgm:pt modelId="{3721587A-265C-44CF-912F-FA59F5BBA23E}" type="parTrans" cxnId="{79BA3DD0-EDFB-41A5-9AF4-693762CB601C}">
      <dgm:prSet/>
      <dgm:spPr/>
      <dgm:t>
        <a:bodyPr/>
        <a:lstStyle/>
        <a:p>
          <a:endParaRPr lang="en-US"/>
        </a:p>
      </dgm:t>
    </dgm:pt>
    <dgm:pt modelId="{17785D78-45E7-4710-8AC6-9B2CACD94120}" type="sibTrans" cxnId="{79BA3DD0-EDFB-41A5-9AF4-693762CB601C}">
      <dgm:prSet/>
      <dgm:spPr/>
      <dgm:t>
        <a:bodyPr/>
        <a:lstStyle/>
        <a:p>
          <a:endParaRPr lang="en-US"/>
        </a:p>
      </dgm:t>
    </dgm:pt>
    <dgm:pt modelId="{6CC5203F-4FF1-442B-A689-C0E0DD82514A}">
      <dgm:prSet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Goal is to predict whether applicant defaults or not</a:t>
          </a:r>
        </a:p>
      </dgm:t>
    </dgm:pt>
    <dgm:pt modelId="{61B69A4B-1584-4AB2-9CB9-9B886E2E322C}" type="parTrans" cxnId="{C51D97A9-2DC9-45F0-AE49-0FE7AF13A1E2}">
      <dgm:prSet/>
      <dgm:spPr/>
      <dgm:t>
        <a:bodyPr/>
        <a:lstStyle/>
        <a:p>
          <a:endParaRPr lang="en-US"/>
        </a:p>
      </dgm:t>
    </dgm:pt>
    <dgm:pt modelId="{A1E1FE6B-7FE5-47DE-AAE0-382C88E61BEB}" type="sibTrans" cxnId="{C51D97A9-2DC9-45F0-AE49-0FE7AF13A1E2}">
      <dgm:prSet/>
      <dgm:spPr/>
      <dgm:t>
        <a:bodyPr/>
        <a:lstStyle/>
        <a:p>
          <a:endParaRPr lang="en-US"/>
        </a:p>
      </dgm:t>
    </dgm:pt>
    <dgm:pt modelId="{35BC9EE3-068D-4D1A-BBA5-5E6D6B3C8615}" type="pres">
      <dgm:prSet presAssocID="{DAE7AB85-46FC-411B-865E-72F600C45EFB}" presName="linear" presStyleCnt="0">
        <dgm:presLayoutVars>
          <dgm:dir/>
          <dgm:animLvl val="lvl"/>
          <dgm:resizeHandles val="exact"/>
        </dgm:presLayoutVars>
      </dgm:prSet>
      <dgm:spPr/>
    </dgm:pt>
    <dgm:pt modelId="{39C7CE85-1810-4AD4-AF4E-ACE7FFFC2354}" type="pres">
      <dgm:prSet presAssocID="{A5974636-8E11-44A8-AA4D-809047611EAA}" presName="parentLin" presStyleCnt="0"/>
      <dgm:spPr/>
    </dgm:pt>
    <dgm:pt modelId="{6CF15EC9-C67C-4C54-9669-B4F10525E479}" type="pres">
      <dgm:prSet presAssocID="{A5974636-8E11-44A8-AA4D-809047611EAA}" presName="parentLeftMargin" presStyleLbl="node1" presStyleIdx="0" presStyleCnt="4"/>
      <dgm:spPr/>
    </dgm:pt>
    <dgm:pt modelId="{EE7954A7-86B5-427E-889C-871665C58BA2}" type="pres">
      <dgm:prSet presAssocID="{A5974636-8E11-44A8-AA4D-809047611E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43A8A4-7E3B-46D8-8627-E32445AA6839}" type="pres">
      <dgm:prSet presAssocID="{A5974636-8E11-44A8-AA4D-809047611EAA}" presName="negativeSpace" presStyleCnt="0"/>
      <dgm:spPr/>
    </dgm:pt>
    <dgm:pt modelId="{22B5DD55-CC14-4A51-915A-62DFC0E7BD45}" type="pres">
      <dgm:prSet presAssocID="{A5974636-8E11-44A8-AA4D-809047611EAA}" presName="childText" presStyleLbl="conFgAcc1" presStyleIdx="0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A7050526-2A8D-49B2-A06F-7D79B0437E79}" type="pres">
      <dgm:prSet presAssocID="{521E2F9E-8DCE-45D9-B683-0900CB05CE5F}" presName="spaceBetweenRectangles" presStyleCnt="0"/>
      <dgm:spPr/>
    </dgm:pt>
    <dgm:pt modelId="{7B307DD9-9C3A-4320-832B-E8AF906F1E80}" type="pres">
      <dgm:prSet presAssocID="{F4A6DC1B-DAEF-4D40-8AD7-AC2404262336}" presName="parentLin" presStyleCnt="0"/>
      <dgm:spPr/>
    </dgm:pt>
    <dgm:pt modelId="{076DD551-1538-49D8-AD9E-F2496E8B494E}" type="pres">
      <dgm:prSet presAssocID="{F4A6DC1B-DAEF-4D40-8AD7-AC2404262336}" presName="parentLeftMargin" presStyleLbl="node1" presStyleIdx="0" presStyleCnt="4"/>
      <dgm:spPr/>
    </dgm:pt>
    <dgm:pt modelId="{4E737537-0920-4E68-A9DD-115C8F89F17E}" type="pres">
      <dgm:prSet presAssocID="{F4A6DC1B-DAEF-4D40-8AD7-AC24042623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C840F3-429B-43AE-BA9A-DDDB8F071F80}" type="pres">
      <dgm:prSet presAssocID="{F4A6DC1B-DAEF-4D40-8AD7-AC2404262336}" presName="negativeSpace" presStyleCnt="0"/>
      <dgm:spPr/>
    </dgm:pt>
    <dgm:pt modelId="{B0FD2E9C-5709-4F30-9998-7A8552004EFC}" type="pres">
      <dgm:prSet presAssocID="{F4A6DC1B-DAEF-4D40-8AD7-AC2404262336}" presName="childText" presStyleLbl="conFgAcc1" presStyleIdx="1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FBFAC2C1-C5B4-406D-A516-585B4BFDE364}" type="pres">
      <dgm:prSet presAssocID="{13F74C48-BAA6-4201-AFB2-60EA956401AC}" presName="spaceBetweenRectangles" presStyleCnt="0"/>
      <dgm:spPr/>
    </dgm:pt>
    <dgm:pt modelId="{46402B71-DF62-450F-8AA5-62EA595AA2B1}" type="pres">
      <dgm:prSet presAssocID="{247E3D5D-8F85-470E-8626-BED4D1D5B9B6}" presName="parentLin" presStyleCnt="0"/>
      <dgm:spPr/>
    </dgm:pt>
    <dgm:pt modelId="{08BAF177-F5C1-46D4-9D09-54280C4C5D12}" type="pres">
      <dgm:prSet presAssocID="{247E3D5D-8F85-470E-8626-BED4D1D5B9B6}" presName="parentLeftMargin" presStyleLbl="node1" presStyleIdx="1" presStyleCnt="4"/>
      <dgm:spPr/>
    </dgm:pt>
    <dgm:pt modelId="{6F166E56-DA9F-4ACA-927E-5A345ED0A051}" type="pres">
      <dgm:prSet presAssocID="{247E3D5D-8F85-470E-8626-BED4D1D5B9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CD7E69-8851-48DC-BCFF-4B5E58B30208}" type="pres">
      <dgm:prSet presAssocID="{247E3D5D-8F85-470E-8626-BED4D1D5B9B6}" presName="negativeSpace" presStyleCnt="0"/>
      <dgm:spPr/>
    </dgm:pt>
    <dgm:pt modelId="{387D7D42-50B4-41CE-B9BD-3EA99A7ED318}" type="pres">
      <dgm:prSet presAssocID="{247E3D5D-8F85-470E-8626-BED4D1D5B9B6}" presName="childText" presStyleLbl="conFgAcc1" presStyleIdx="2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  <dgm:pt modelId="{95104CBE-BA85-4C6E-8BF0-07C031396572}" type="pres">
      <dgm:prSet presAssocID="{17785D78-45E7-4710-8AC6-9B2CACD94120}" presName="spaceBetweenRectangles" presStyleCnt="0"/>
      <dgm:spPr/>
    </dgm:pt>
    <dgm:pt modelId="{FF05F58B-4EEF-45A5-A6EC-48700A2AF1EB}" type="pres">
      <dgm:prSet presAssocID="{6CC5203F-4FF1-442B-A689-C0E0DD82514A}" presName="parentLin" presStyleCnt="0"/>
      <dgm:spPr/>
    </dgm:pt>
    <dgm:pt modelId="{FAC44E48-50C6-4464-9FC8-02E05FFB5FEF}" type="pres">
      <dgm:prSet presAssocID="{6CC5203F-4FF1-442B-A689-C0E0DD82514A}" presName="parentLeftMargin" presStyleLbl="node1" presStyleIdx="2" presStyleCnt="4"/>
      <dgm:spPr/>
    </dgm:pt>
    <dgm:pt modelId="{97EDB96F-97CB-4BB3-92E8-3E7321CE7B42}" type="pres">
      <dgm:prSet presAssocID="{6CC5203F-4FF1-442B-A689-C0E0DD82514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8230129-2B62-40F8-ACB7-9319E8F02876}" type="pres">
      <dgm:prSet presAssocID="{6CC5203F-4FF1-442B-A689-C0E0DD82514A}" presName="negativeSpace" presStyleCnt="0"/>
      <dgm:spPr/>
    </dgm:pt>
    <dgm:pt modelId="{053F3AD5-6FB0-4DD9-A591-57CF0318B0AE}" type="pres">
      <dgm:prSet presAssocID="{6CC5203F-4FF1-442B-A689-C0E0DD82514A}" presName="childText" presStyleLbl="conFgAcc1" presStyleIdx="3" presStyleCnt="4">
        <dgm:presLayoutVars>
          <dgm:bulletEnabled val="1"/>
        </dgm:presLayoutVars>
      </dgm:prSet>
      <dgm:spPr>
        <a:ln>
          <a:solidFill>
            <a:srgbClr val="002060"/>
          </a:solidFill>
        </a:ln>
      </dgm:spPr>
    </dgm:pt>
  </dgm:ptLst>
  <dgm:cxnLst>
    <dgm:cxn modelId="{9CAF3A09-3F7D-4CD1-AE73-D642D3968A92}" srcId="{DAE7AB85-46FC-411B-865E-72F600C45EFB}" destId="{F4A6DC1B-DAEF-4D40-8AD7-AC2404262336}" srcOrd="1" destOrd="0" parTransId="{29643C96-2529-4AB1-9271-97ED1D50A069}" sibTransId="{13F74C48-BAA6-4201-AFB2-60EA956401AC}"/>
    <dgm:cxn modelId="{7EF4CE09-5AC3-471F-9851-E120EED4A1B7}" type="presOf" srcId="{A5974636-8E11-44A8-AA4D-809047611EAA}" destId="{6CF15EC9-C67C-4C54-9669-B4F10525E479}" srcOrd="0" destOrd="0" presId="urn:microsoft.com/office/officeart/2005/8/layout/list1"/>
    <dgm:cxn modelId="{02D30F29-B4D1-4777-8441-72E1A43657E2}" type="presOf" srcId="{F4A6DC1B-DAEF-4D40-8AD7-AC2404262336}" destId="{4E737537-0920-4E68-A9DD-115C8F89F17E}" srcOrd="1" destOrd="0" presId="urn:microsoft.com/office/officeart/2005/8/layout/list1"/>
    <dgm:cxn modelId="{D530FA2D-57B9-4812-ACA0-146DAEB3D6B3}" type="presOf" srcId="{247E3D5D-8F85-470E-8626-BED4D1D5B9B6}" destId="{08BAF177-F5C1-46D4-9D09-54280C4C5D12}" srcOrd="0" destOrd="0" presId="urn:microsoft.com/office/officeart/2005/8/layout/list1"/>
    <dgm:cxn modelId="{9ED4FF47-BF15-40A8-B05C-BA89D81C2DEB}" type="presOf" srcId="{DAE7AB85-46FC-411B-865E-72F600C45EFB}" destId="{35BC9EE3-068D-4D1A-BBA5-5E6D6B3C8615}" srcOrd="0" destOrd="0" presId="urn:microsoft.com/office/officeart/2005/8/layout/list1"/>
    <dgm:cxn modelId="{BFFCF557-848E-4F10-BF52-5DE490001B49}" type="presOf" srcId="{A5974636-8E11-44A8-AA4D-809047611EAA}" destId="{EE7954A7-86B5-427E-889C-871665C58BA2}" srcOrd="1" destOrd="0" presId="urn:microsoft.com/office/officeart/2005/8/layout/list1"/>
    <dgm:cxn modelId="{7B408D8B-2F73-471A-A9D6-E8F7004B20B9}" type="presOf" srcId="{F4A6DC1B-DAEF-4D40-8AD7-AC2404262336}" destId="{076DD551-1538-49D8-AD9E-F2496E8B494E}" srcOrd="0" destOrd="0" presId="urn:microsoft.com/office/officeart/2005/8/layout/list1"/>
    <dgm:cxn modelId="{D197B194-538A-40DE-B481-8E9208E87EB2}" type="presOf" srcId="{247E3D5D-8F85-470E-8626-BED4D1D5B9B6}" destId="{6F166E56-DA9F-4ACA-927E-5A345ED0A051}" srcOrd="1" destOrd="0" presId="urn:microsoft.com/office/officeart/2005/8/layout/list1"/>
    <dgm:cxn modelId="{501D8D96-2A5E-4D92-8F2D-99917D975983}" type="presOf" srcId="{6CC5203F-4FF1-442B-A689-C0E0DD82514A}" destId="{FAC44E48-50C6-4464-9FC8-02E05FFB5FEF}" srcOrd="0" destOrd="0" presId="urn:microsoft.com/office/officeart/2005/8/layout/list1"/>
    <dgm:cxn modelId="{4ED4299F-EE67-4ADF-B4E6-1B1F8D2169F8}" srcId="{DAE7AB85-46FC-411B-865E-72F600C45EFB}" destId="{A5974636-8E11-44A8-AA4D-809047611EAA}" srcOrd="0" destOrd="0" parTransId="{198A4227-6095-4950-AD35-68BE7A772CD6}" sibTransId="{521E2F9E-8DCE-45D9-B683-0900CB05CE5F}"/>
    <dgm:cxn modelId="{C51D97A9-2DC9-45F0-AE49-0FE7AF13A1E2}" srcId="{DAE7AB85-46FC-411B-865E-72F600C45EFB}" destId="{6CC5203F-4FF1-442B-A689-C0E0DD82514A}" srcOrd="3" destOrd="0" parTransId="{61B69A4B-1584-4AB2-9CB9-9B886E2E322C}" sibTransId="{A1E1FE6B-7FE5-47DE-AAE0-382C88E61BEB}"/>
    <dgm:cxn modelId="{C1D577BD-F0C9-42DF-8D02-10401A1B9851}" type="presOf" srcId="{6CC5203F-4FF1-442B-A689-C0E0DD82514A}" destId="{97EDB96F-97CB-4BB3-92E8-3E7321CE7B42}" srcOrd="1" destOrd="0" presId="urn:microsoft.com/office/officeart/2005/8/layout/list1"/>
    <dgm:cxn modelId="{79BA3DD0-EDFB-41A5-9AF4-693762CB601C}" srcId="{DAE7AB85-46FC-411B-865E-72F600C45EFB}" destId="{247E3D5D-8F85-470E-8626-BED4D1D5B9B6}" srcOrd="2" destOrd="0" parTransId="{3721587A-265C-44CF-912F-FA59F5BBA23E}" sibTransId="{17785D78-45E7-4710-8AC6-9B2CACD94120}"/>
    <dgm:cxn modelId="{4302BD97-7FC9-41C6-8814-000BB3C03708}" type="presParOf" srcId="{35BC9EE3-068D-4D1A-BBA5-5E6D6B3C8615}" destId="{39C7CE85-1810-4AD4-AF4E-ACE7FFFC2354}" srcOrd="0" destOrd="0" presId="urn:microsoft.com/office/officeart/2005/8/layout/list1"/>
    <dgm:cxn modelId="{C408FF96-605C-4D94-994A-719915558E33}" type="presParOf" srcId="{39C7CE85-1810-4AD4-AF4E-ACE7FFFC2354}" destId="{6CF15EC9-C67C-4C54-9669-B4F10525E479}" srcOrd="0" destOrd="0" presId="urn:microsoft.com/office/officeart/2005/8/layout/list1"/>
    <dgm:cxn modelId="{00FBC8BB-EF06-447D-8A45-B70A5672CABB}" type="presParOf" srcId="{39C7CE85-1810-4AD4-AF4E-ACE7FFFC2354}" destId="{EE7954A7-86B5-427E-889C-871665C58BA2}" srcOrd="1" destOrd="0" presId="urn:microsoft.com/office/officeart/2005/8/layout/list1"/>
    <dgm:cxn modelId="{0D009694-4629-490C-932F-B78557A9B8C8}" type="presParOf" srcId="{35BC9EE3-068D-4D1A-BBA5-5E6D6B3C8615}" destId="{0443A8A4-7E3B-46D8-8627-E32445AA6839}" srcOrd="1" destOrd="0" presId="urn:microsoft.com/office/officeart/2005/8/layout/list1"/>
    <dgm:cxn modelId="{3428949E-9748-4E9B-BAF3-202067FEF645}" type="presParOf" srcId="{35BC9EE3-068D-4D1A-BBA5-5E6D6B3C8615}" destId="{22B5DD55-CC14-4A51-915A-62DFC0E7BD45}" srcOrd="2" destOrd="0" presId="urn:microsoft.com/office/officeart/2005/8/layout/list1"/>
    <dgm:cxn modelId="{8EC5F37B-8977-448E-A8FE-7AEA7C1D7C56}" type="presParOf" srcId="{35BC9EE3-068D-4D1A-BBA5-5E6D6B3C8615}" destId="{A7050526-2A8D-49B2-A06F-7D79B0437E79}" srcOrd="3" destOrd="0" presId="urn:microsoft.com/office/officeart/2005/8/layout/list1"/>
    <dgm:cxn modelId="{FCFB2A98-49EA-405D-B745-9E3833F8ACEC}" type="presParOf" srcId="{35BC9EE3-068D-4D1A-BBA5-5E6D6B3C8615}" destId="{7B307DD9-9C3A-4320-832B-E8AF906F1E80}" srcOrd="4" destOrd="0" presId="urn:microsoft.com/office/officeart/2005/8/layout/list1"/>
    <dgm:cxn modelId="{8DC174DE-EFAE-41C2-9D87-4F8F93B12D86}" type="presParOf" srcId="{7B307DD9-9C3A-4320-832B-E8AF906F1E80}" destId="{076DD551-1538-49D8-AD9E-F2496E8B494E}" srcOrd="0" destOrd="0" presId="urn:microsoft.com/office/officeart/2005/8/layout/list1"/>
    <dgm:cxn modelId="{EF8F50C3-0CC0-4E0C-9538-4B38F6B14C3F}" type="presParOf" srcId="{7B307DD9-9C3A-4320-832B-E8AF906F1E80}" destId="{4E737537-0920-4E68-A9DD-115C8F89F17E}" srcOrd="1" destOrd="0" presId="urn:microsoft.com/office/officeart/2005/8/layout/list1"/>
    <dgm:cxn modelId="{27A31FC0-540C-456D-AB29-872D5E066A30}" type="presParOf" srcId="{35BC9EE3-068D-4D1A-BBA5-5E6D6B3C8615}" destId="{81C840F3-429B-43AE-BA9A-DDDB8F071F80}" srcOrd="5" destOrd="0" presId="urn:microsoft.com/office/officeart/2005/8/layout/list1"/>
    <dgm:cxn modelId="{2D6A8ACF-DB25-4C64-9785-411AB27CB861}" type="presParOf" srcId="{35BC9EE3-068D-4D1A-BBA5-5E6D6B3C8615}" destId="{B0FD2E9C-5709-4F30-9998-7A8552004EFC}" srcOrd="6" destOrd="0" presId="urn:microsoft.com/office/officeart/2005/8/layout/list1"/>
    <dgm:cxn modelId="{F0197401-767C-4FEB-8930-2A6942BE2F2D}" type="presParOf" srcId="{35BC9EE3-068D-4D1A-BBA5-5E6D6B3C8615}" destId="{FBFAC2C1-C5B4-406D-A516-585B4BFDE364}" srcOrd="7" destOrd="0" presId="urn:microsoft.com/office/officeart/2005/8/layout/list1"/>
    <dgm:cxn modelId="{8B4ECF6C-C793-4810-BABA-3AE963E3A932}" type="presParOf" srcId="{35BC9EE3-068D-4D1A-BBA5-5E6D6B3C8615}" destId="{46402B71-DF62-450F-8AA5-62EA595AA2B1}" srcOrd="8" destOrd="0" presId="urn:microsoft.com/office/officeart/2005/8/layout/list1"/>
    <dgm:cxn modelId="{FD43CC62-8808-4D0E-98E1-B582BEE6E69B}" type="presParOf" srcId="{46402B71-DF62-450F-8AA5-62EA595AA2B1}" destId="{08BAF177-F5C1-46D4-9D09-54280C4C5D12}" srcOrd="0" destOrd="0" presId="urn:microsoft.com/office/officeart/2005/8/layout/list1"/>
    <dgm:cxn modelId="{0B5CB40D-1F00-4100-B5F0-C8BA6ED04C17}" type="presParOf" srcId="{46402B71-DF62-450F-8AA5-62EA595AA2B1}" destId="{6F166E56-DA9F-4ACA-927E-5A345ED0A051}" srcOrd="1" destOrd="0" presId="urn:microsoft.com/office/officeart/2005/8/layout/list1"/>
    <dgm:cxn modelId="{28C9D821-1BD2-4A14-92D1-1A7468BA1900}" type="presParOf" srcId="{35BC9EE3-068D-4D1A-BBA5-5E6D6B3C8615}" destId="{21CD7E69-8851-48DC-BCFF-4B5E58B30208}" srcOrd="9" destOrd="0" presId="urn:microsoft.com/office/officeart/2005/8/layout/list1"/>
    <dgm:cxn modelId="{D1C002FC-A429-4EBF-B45F-36B10451EE6B}" type="presParOf" srcId="{35BC9EE3-068D-4D1A-BBA5-5E6D6B3C8615}" destId="{387D7D42-50B4-41CE-B9BD-3EA99A7ED318}" srcOrd="10" destOrd="0" presId="urn:microsoft.com/office/officeart/2005/8/layout/list1"/>
    <dgm:cxn modelId="{B7DBD2FB-B51D-4D0C-AFC3-C321CD88ECFF}" type="presParOf" srcId="{35BC9EE3-068D-4D1A-BBA5-5E6D6B3C8615}" destId="{95104CBE-BA85-4C6E-8BF0-07C031396572}" srcOrd="11" destOrd="0" presId="urn:microsoft.com/office/officeart/2005/8/layout/list1"/>
    <dgm:cxn modelId="{DB258507-C83E-4765-8517-5FBA640A44BB}" type="presParOf" srcId="{35BC9EE3-068D-4D1A-BBA5-5E6D6B3C8615}" destId="{FF05F58B-4EEF-45A5-A6EC-48700A2AF1EB}" srcOrd="12" destOrd="0" presId="urn:microsoft.com/office/officeart/2005/8/layout/list1"/>
    <dgm:cxn modelId="{416E81C5-1AA3-465C-8BB9-C0FB8D4B786C}" type="presParOf" srcId="{FF05F58B-4EEF-45A5-A6EC-48700A2AF1EB}" destId="{FAC44E48-50C6-4464-9FC8-02E05FFB5FEF}" srcOrd="0" destOrd="0" presId="urn:microsoft.com/office/officeart/2005/8/layout/list1"/>
    <dgm:cxn modelId="{0468E488-C71E-4CD5-A832-D121ECDDCCC8}" type="presParOf" srcId="{FF05F58B-4EEF-45A5-A6EC-48700A2AF1EB}" destId="{97EDB96F-97CB-4BB3-92E8-3E7321CE7B42}" srcOrd="1" destOrd="0" presId="urn:microsoft.com/office/officeart/2005/8/layout/list1"/>
    <dgm:cxn modelId="{A3A4690D-B790-4F24-B9BF-F0D91C279F53}" type="presParOf" srcId="{35BC9EE3-068D-4D1A-BBA5-5E6D6B3C8615}" destId="{D8230129-2B62-40F8-ACB7-9319E8F02876}" srcOrd="13" destOrd="0" presId="urn:microsoft.com/office/officeart/2005/8/layout/list1"/>
    <dgm:cxn modelId="{4A89EA23-1E9D-45A9-8245-4B7D696AD078}" type="presParOf" srcId="{35BC9EE3-068D-4D1A-BBA5-5E6D6B3C8615}" destId="{053F3AD5-6FB0-4DD9-A591-57CF0318B0A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6B656A-B71B-4D6E-AF8E-1E9CDDEBF75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0B27D9-D307-4E0A-92EA-2C8E45FE297A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Columns</a:t>
          </a:r>
        </a:p>
      </dgm:t>
    </dgm:pt>
    <dgm:pt modelId="{15DE2D8E-2FE4-461D-A7A0-EC5EC6E6AFE0}" type="parTrans" cxnId="{E5E66F4A-D0F0-40B2-BB10-6737477495E4}">
      <dgm:prSet/>
      <dgm:spPr/>
      <dgm:t>
        <a:bodyPr/>
        <a:lstStyle/>
        <a:p>
          <a:endParaRPr lang="en-US"/>
        </a:p>
      </dgm:t>
    </dgm:pt>
    <dgm:pt modelId="{F30F952A-5D1E-465B-BAB0-1E791AF57C4E}" type="sibTrans" cxnId="{E5E66F4A-D0F0-40B2-BB10-6737477495E4}">
      <dgm:prSet/>
      <dgm:spPr/>
      <dgm:t>
        <a:bodyPr/>
        <a:lstStyle/>
        <a:p>
          <a:endParaRPr lang="en-US"/>
        </a:p>
      </dgm:t>
    </dgm:pt>
    <dgm:pt modelId="{A22293EA-8EEC-4079-9174-B37CF1050D54}">
      <dgm:prSet phldrT="[Text]" custT="1"/>
      <dgm:spPr/>
      <dgm:t>
        <a:bodyPr/>
        <a:lstStyle/>
        <a:p>
          <a:r>
            <a:rPr lang="en-US" sz="2000" dirty="0"/>
            <a:t>Age</a:t>
          </a:r>
        </a:p>
      </dgm:t>
    </dgm:pt>
    <dgm:pt modelId="{9BBC3995-5212-489A-864B-E0C52E4673F9}" type="parTrans" cxnId="{3D4A9FA9-F77B-4682-BB9F-EC676233F978}">
      <dgm:prSet/>
      <dgm:spPr/>
      <dgm:t>
        <a:bodyPr/>
        <a:lstStyle/>
        <a:p>
          <a:endParaRPr lang="en-US"/>
        </a:p>
      </dgm:t>
    </dgm:pt>
    <dgm:pt modelId="{EBF70109-43FC-40C0-863B-24B76D7BC7B1}" type="sibTrans" cxnId="{3D4A9FA9-F77B-4682-BB9F-EC676233F978}">
      <dgm:prSet/>
      <dgm:spPr/>
      <dgm:t>
        <a:bodyPr/>
        <a:lstStyle/>
        <a:p>
          <a:endParaRPr lang="en-US"/>
        </a:p>
      </dgm:t>
    </dgm:pt>
    <dgm:pt modelId="{32310C47-F91F-4471-B305-BD49D57B4059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Dataset</a:t>
          </a:r>
        </a:p>
      </dgm:t>
    </dgm:pt>
    <dgm:pt modelId="{0480B22C-8A9C-4EE0-BD60-BB289347FC2B}" type="parTrans" cxnId="{4094FE1F-3E2A-4DB6-B7CA-A6A4167AB9FC}">
      <dgm:prSet/>
      <dgm:spPr/>
      <dgm:t>
        <a:bodyPr/>
        <a:lstStyle/>
        <a:p>
          <a:endParaRPr lang="en-US"/>
        </a:p>
      </dgm:t>
    </dgm:pt>
    <dgm:pt modelId="{1DE1B6F2-39A7-44B4-B470-1D3609E83BB3}" type="sibTrans" cxnId="{4094FE1F-3E2A-4DB6-B7CA-A6A4167AB9FC}">
      <dgm:prSet/>
      <dgm:spPr/>
      <dgm:t>
        <a:bodyPr/>
        <a:lstStyle/>
        <a:p>
          <a:endParaRPr lang="en-US"/>
        </a:p>
      </dgm:t>
    </dgm:pt>
    <dgm:pt modelId="{9EB9D6F6-CAE4-4A73-BBE5-0B802E969AFC}">
      <dgm:prSet phldrT="[Text]" custT="1"/>
      <dgm:spPr/>
      <dgm:t>
        <a:bodyPr/>
        <a:lstStyle/>
        <a:p>
          <a:r>
            <a:rPr lang="en-US" sz="2000" dirty="0"/>
            <a:t>Default is the target variable, and it is set to a binary label</a:t>
          </a:r>
        </a:p>
      </dgm:t>
    </dgm:pt>
    <dgm:pt modelId="{91B29EEE-FA04-4630-971A-DF803D5475FF}" type="parTrans" cxnId="{2648C664-6938-4BDC-9287-F66EE0FB7379}">
      <dgm:prSet/>
      <dgm:spPr/>
      <dgm:t>
        <a:bodyPr/>
        <a:lstStyle/>
        <a:p>
          <a:endParaRPr lang="en-US"/>
        </a:p>
      </dgm:t>
    </dgm:pt>
    <dgm:pt modelId="{4A63B895-0215-49BE-8CDF-7C223251FB1A}" type="sibTrans" cxnId="{2648C664-6938-4BDC-9287-F66EE0FB7379}">
      <dgm:prSet/>
      <dgm:spPr/>
      <dgm:t>
        <a:bodyPr/>
        <a:lstStyle/>
        <a:p>
          <a:endParaRPr lang="en-US"/>
        </a:p>
      </dgm:t>
    </dgm:pt>
    <dgm:pt modelId="{E6F4B204-3517-4F86-B010-31470D261CB2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Curation</a:t>
          </a:r>
        </a:p>
      </dgm:t>
    </dgm:pt>
    <dgm:pt modelId="{D94B6D4E-CECF-4984-BAC0-8587340DD0B9}" type="parTrans" cxnId="{8A57690B-3B6F-491E-996C-308F2468EE8F}">
      <dgm:prSet/>
      <dgm:spPr/>
      <dgm:t>
        <a:bodyPr/>
        <a:lstStyle/>
        <a:p>
          <a:endParaRPr lang="en-US"/>
        </a:p>
      </dgm:t>
    </dgm:pt>
    <dgm:pt modelId="{0700A109-E458-48C2-86D4-CA453901A188}" type="sibTrans" cxnId="{8A57690B-3B6F-491E-996C-308F2468EE8F}">
      <dgm:prSet/>
      <dgm:spPr/>
      <dgm:t>
        <a:bodyPr/>
        <a:lstStyle/>
        <a:p>
          <a:endParaRPr lang="en-US"/>
        </a:p>
      </dgm:t>
    </dgm:pt>
    <dgm:pt modelId="{D0A1590C-652E-46AF-A85C-8FF915953240}">
      <dgm:prSet phldrT="[Text]" custT="1"/>
      <dgm:spPr/>
      <dgm:t>
        <a:bodyPr/>
        <a:lstStyle/>
        <a:p>
          <a:r>
            <a:rPr lang="en-US" sz="2000" dirty="0"/>
            <a:t>No missing values or issues</a:t>
          </a:r>
        </a:p>
      </dgm:t>
    </dgm:pt>
    <dgm:pt modelId="{91D9094F-DBA7-4873-9D33-06BBDF11C836}" type="parTrans" cxnId="{CE3B9ACA-0676-4DE1-8A9E-B213C6D5C738}">
      <dgm:prSet/>
      <dgm:spPr/>
      <dgm:t>
        <a:bodyPr/>
        <a:lstStyle/>
        <a:p>
          <a:endParaRPr lang="en-US"/>
        </a:p>
      </dgm:t>
    </dgm:pt>
    <dgm:pt modelId="{F0E461E7-5CA8-4D05-BC67-80A2A841560A}" type="sibTrans" cxnId="{CE3B9ACA-0676-4DE1-8A9E-B213C6D5C738}">
      <dgm:prSet/>
      <dgm:spPr/>
      <dgm:t>
        <a:bodyPr/>
        <a:lstStyle/>
        <a:p>
          <a:endParaRPr lang="en-US"/>
        </a:p>
      </dgm:t>
    </dgm:pt>
    <dgm:pt modelId="{5BF85D11-DB2D-476C-BF88-6FEE69215F0A}">
      <dgm:prSet phldrT="[Text]" custT="1"/>
      <dgm:spPr/>
      <dgm:t>
        <a:bodyPr/>
        <a:lstStyle/>
        <a:p>
          <a:r>
            <a:rPr lang="en-US" sz="2000" dirty="0"/>
            <a:t>Income</a:t>
          </a:r>
        </a:p>
      </dgm:t>
    </dgm:pt>
    <dgm:pt modelId="{09E4A71E-93AB-45B2-A843-350E5E245F8E}" type="parTrans" cxnId="{23A6DB4F-3D85-4BB7-82D0-933546BD8BB5}">
      <dgm:prSet/>
      <dgm:spPr/>
      <dgm:t>
        <a:bodyPr/>
        <a:lstStyle/>
        <a:p>
          <a:endParaRPr lang="en-US"/>
        </a:p>
      </dgm:t>
    </dgm:pt>
    <dgm:pt modelId="{ADEA5610-C283-445E-BCCB-21ABA998D8CF}" type="sibTrans" cxnId="{23A6DB4F-3D85-4BB7-82D0-933546BD8BB5}">
      <dgm:prSet/>
      <dgm:spPr/>
      <dgm:t>
        <a:bodyPr/>
        <a:lstStyle/>
        <a:p>
          <a:endParaRPr lang="en-US"/>
        </a:p>
      </dgm:t>
    </dgm:pt>
    <dgm:pt modelId="{AC90A5CA-8996-4666-8618-252B5E940F54}">
      <dgm:prSet phldrT="[Text]" custT="1"/>
      <dgm:spPr/>
      <dgm:t>
        <a:bodyPr/>
        <a:lstStyle/>
        <a:p>
          <a:r>
            <a:rPr lang="en-US" sz="2000" dirty="0"/>
            <a:t>Credit score</a:t>
          </a:r>
        </a:p>
      </dgm:t>
    </dgm:pt>
    <dgm:pt modelId="{11B569A6-09F7-4F91-B805-65DA8B0663CB}" type="parTrans" cxnId="{D8081D0A-2637-4950-92CD-B7C81A5C402F}">
      <dgm:prSet/>
      <dgm:spPr/>
      <dgm:t>
        <a:bodyPr/>
        <a:lstStyle/>
        <a:p>
          <a:endParaRPr lang="en-US"/>
        </a:p>
      </dgm:t>
    </dgm:pt>
    <dgm:pt modelId="{18DE1191-D856-4F0A-823F-6C6D1858C572}" type="sibTrans" cxnId="{D8081D0A-2637-4950-92CD-B7C81A5C402F}">
      <dgm:prSet/>
      <dgm:spPr/>
      <dgm:t>
        <a:bodyPr/>
        <a:lstStyle/>
        <a:p>
          <a:endParaRPr lang="en-US"/>
        </a:p>
      </dgm:t>
    </dgm:pt>
    <dgm:pt modelId="{F4723428-C93C-4A3D-81CA-B17D1958377B}">
      <dgm:prSet phldrT="[Text]" custT="1"/>
      <dgm:spPr/>
      <dgm:t>
        <a:bodyPr/>
        <a:lstStyle/>
        <a:p>
          <a:r>
            <a:rPr lang="en-US" sz="2000" dirty="0"/>
            <a:t>Debt/income ratio</a:t>
          </a:r>
        </a:p>
      </dgm:t>
    </dgm:pt>
    <dgm:pt modelId="{A0682FA0-E06C-426B-833A-240CBF377C78}" type="parTrans" cxnId="{641DA68C-E7E9-41BD-936C-B3E0F60FD7F9}">
      <dgm:prSet/>
      <dgm:spPr/>
      <dgm:t>
        <a:bodyPr/>
        <a:lstStyle/>
        <a:p>
          <a:endParaRPr lang="en-US"/>
        </a:p>
      </dgm:t>
    </dgm:pt>
    <dgm:pt modelId="{418121CE-B819-4D2D-AA77-EFA9B7504E7E}" type="sibTrans" cxnId="{641DA68C-E7E9-41BD-936C-B3E0F60FD7F9}">
      <dgm:prSet/>
      <dgm:spPr/>
      <dgm:t>
        <a:bodyPr/>
        <a:lstStyle/>
        <a:p>
          <a:endParaRPr lang="en-US"/>
        </a:p>
      </dgm:t>
    </dgm:pt>
    <dgm:pt modelId="{DB9F3487-F603-41A5-AF92-CE2A7B18D675}">
      <dgm:prSet phldrT="[Text]" custT="1"/>
      <dgm:spPr/>
      <dgm:t>
        <a:bodyPr/>
        <a:lstStyle/>
        <a:p>
          <a:r>
            <a:rPr lang="en-US" sz="2000" dirty="0"/>
            <a:t>Number of late payments</a:t>
          </a:r>
        </a:p>
      </dgm:t>
    </dgm:pt>
    <dgm:pt modelId="{D4524EBC-032D-4C02-BC3D-2CCE3728548B}" type="parTrans" cxnId="{F7908FFF-84AE-49FE-98D0-1A5343111C9D}">
      <dgm:prSet/>
      <dgm:spPr/>
      <dgm:t>
        <a:bodyPr/>
        <a:lstStyle/>
        <a:p>
          <a:endParaRPr lang="en-US"/>
        </a:p>
      </dgm:t>
    </dgm:pt>
    <dgm:pt modelId="{8B5C191D-5FB5-4A1B-B69B-54CA8738BAF2}" type="sibTrans" cxnId="{F7908FFF-84AE-49FE-98D0-1A5343111C9D}">
      <dgm:prSet/>
      <dgm:spPr/>
      <dgm:t>
        <a:bodyPr/>
        <a:lstStyle/>
        <a:p>
          <a:endParaRPr lang="en-US"/>
        </a:p>
      </dgm:t>
    </dgm:pt>
    <dgm:pt modelId="{2BD3BFEF-D5C8-407D-9F58-F4625802C51E}">
      <dgm:prSet phldrT="[Text]" custT="1"/>
      <dgm:spPr/>
      <dgm:t>
        <a:bodyPr/>
        <a:lstStyle/>
        <a:p>
          <a:r>
            <a:rPr lang="en-US" sz="2000" dirty="0"/>
            <a:t>Default</a:t>
          </a:r>
        </a:p>
      </dgm:t>
    </dgm:pt>
    <dgm:pt modelId="{0D696F0E-C9B0-4620-B139-C8EB40411DD9}" type="parTrans" cxnId="{2666CDBB-2A49-49BC-BD7F-6852AEC9520E}">
      <dgm:prSet/>
      <dgm:spPr/>
      <dgm:t>
        <a:bodyPr/>
        <a:lstStyle/>
        <a:p>
          <a:endParaRPr lang="en-US"/>
        </a:p>
      </dgm:t>
    </dgm:pt>
    <dgm:pt modelId="{2B917718-FC77-4B20-ABD0-27A3CD95579C}" type="sibTrans" cxnId="{2666CDBB-2A49-49BC-BD7F-6852AEC9520E}">
      <dgm:prSet/>
      <dgm:spPr/>
      <dgm:t>
        <a:bodyPr/>
        <a:lstStyle/>
        <a:p>
          <a:endParaRPr lang="en-US"/>
        </a:p>
      </dgm:t>
    </dgm:pt>
    <dgm:pt modelId="{132EF94C-9CFE-4950-96AA-748C89B6C571}">
      <dgm:prSet custT="1"/>
      <dgm:spPr/>
      <dgm:t>
        <a:bodyPr/>
        <a:lstStyle/>
        <a:p>
          <a:r>
            <a:rPr lang="en-US" sz="2000" dirty="0"/>
            <a:t>Dataset has 500 different loan applicants</a:t>
          </a:r>
        </a:p>
      </dgm:t>
    </dgm:pt>
    <dgm:pt modelId="{153FF062-6911-4189-9A53-E529897F7BD9}" type="parTrans" cxnId="{F6E4B357-9636-4F2C-927F-709F520FF4D4}">
      <dgm:prSet/>
      <dgm:spPr/>
      <dgm:t>
        <a:bodyPr/>
        <a:lstStyle/>
        <a:p>
          <a:endParaRPr lang="en-US"/>
        </a:p>
      </dgm:t>
    </dgm:pt>
    <dgm:pt modelId="{0EBF0C8E-BF95-4DCB-9E2C-C53C614DE266}" type="sibTrans" cxnId="{F6E4B357-9636-4F2C-927F-709F520FF4D4}">
      <dgm:prSet/>
      <dgm:spPr/>
      <dgm:t>
        <a:bodyPr/>
        <a:lstStyle/>
        <a:p>
          <a:endParaRPr lang="en-US"/>
        </a:p>
      </dgm:t>
    </dgm:pt>
    <dgm:pt modelId="{D3BC1271-0664-4553-B21C-17B50AC7009C}">
      <dgm:prSet phldrT="[Text]" custT="1"/>
      <dgm:spPr/>
      <dgm:t>
        <a:bodyPr/>
        <a:lstStyle/>
        <a:p>
          <a:r>
            <a:rPr lang="en-US" sz="2000" dirty="0"/>
            <a:t>Ready for analysis</a:t>
          </a:r>
        </a:p>
      </dgm:t>
    </dgm:pt>
    <dgm:pt modelId="{F9CCCA18-65FF-41A0-93C3-C6D12A21F063}" type="parTrans" cxnId="{D80C1AD5-A11A-4EE0-BF79-D37F3472DDC2}">
      <dgm:prSet/>
      <dgm:spPr/>
      <dgm:t>
        <a:bodyPr/>
        <a:lstStyle/>
        <a:p>
          <a:endParaRPr lang="en-US"/>
        </a:p>
      </dgm:t>
    </dgm:pt>
    <dgm:pt modelId="{DC0E4209-5296-494D-900E-1D1471319A09}" type="sibTrans" cxnId="{D80C1AD5-A11A-4EE0-BF79-D37F3472DDC2}">
      <dgm:prSet/>
      <dgm:spPr/>
      <dgm:t>
        <a:bodyPr/>
        <a:lstStyle/>
        <a:p>
          <a:endParaRPr lang="en-US"/>
        </a:p>
      </dgm:t>
    </dgm:pt>
    <dgm:pt modelId="{FF5FCE19-7422-4E77-BC93-4F090BC3FF39}" type="pres">
      <dgm:prSet presAssocID="{586B656A-B71B-4D6E-AF8E-1E9CDDEBF75B}" presName="Name0" presStyleCnt="0">
        <dgm:presLayoutVars>
          <dgm:dir/>
          <dgm:animLvl val="lvl"/>
          <dgm:resizeHandles val="exact"/>
        </dgm:presLayoutVars>
      </dgm:prSet>
      <dgm:spPr/>
    </dgm:pt>
    <dgm:pt modelId="{CBE847F8-E20F-4493-BCF9-DDB5B0E844B7}" type="pres">
      <dgm:prSet presAssocID="{F40B27D9-D307-4E0A-92EA-2C8E45FE297A}" presName="composite" presStyleCnt="0"/>
      <dgm:spPr/>
    </dgm:pt>
    <dgm:pt modelId="{0424CEDF-907C-46FD-B1AB-F863F8A8B5A7}" type="pres">
      <dgm:prSet presAssocID="{F40B27D9-D307-4E0A-92EA-2C8E45FE297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6B9C7BD-FC8F-42E5-8610-616E76D068E0}" type="pres">
      <dgm:prSet presAssocID="{F40B27D9-D307-4E0A-92EA-2C8E45FE297A}" presName="desTx" presStyleLbl="alignAccFollowNode1" presStyleIdx="0" presStyleCnt="3">
        <dgm:presLayoutVars>
          <dgm:bulletEnabled val="1"/>
        </dgm:presLayoutVars>
      </dgm:prSet>
      <dgm:spPr/>
    </dgm:pt>
    <dgm:pt modelId="{8BC9CD5F-4ED6-479A-9A0B-32235827D988}" type="pres">
      <dgm:prSet presAssocID="{F30F952A-5D1E-465B-BAB0-1E791AF57C4E}" presName="space" presStyleCnt="0"/>
      <dgm:spPr/>
    </dgm:pt>
    <dgm:pt modelId="{49F53BBF-6DE5-4CF9-BBC9-E183608A8090}" type="pres">
      <dgm:prSet presAssocID="{32310C47-F91F-4471-B305-BD49D57B4059}" presName="composite" presStyleCnt="0"/>
      <dgm:spPr/>
    </dgm:pt>
    <dgm:pt modelId="{0AEA69F3-2737-44BD-8763-974FC344569B}" type="pres">
      <dgm:prSet presAssocID="{32310C47-F91F-4471-B305-BD49D57B405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F6D7816-9E3F-4D9C-B2DB-927D0F1C8B9D}" type="pres">
      <dgm:prSet presAssocID="{32310C47-F91F-4471-B305-BD49D57B4059}" presName="desTx" presStyleLbl="alignAccFollowNode1" presStyleIdx="1" presStyleCnt="3">
        <dgm:presLayoutVars>
          <dgm:bulletEnabled val="1"/>
        </dgm:presLayoutVars>
      </dgm:prSet>
      <dgm:spPr/>
    </dgm:pt>
    <dgm:pt modelId="{64124F20-F41F-4F4A-9B1F-9221F72A7B3F}" type="pres">
      <dgm:prSet presAssocID="{1DE1B6F2-39A7-44B4-B470-1D3609E83BB3}" presName="space" presStyleCnt="0"/>
      <dgm:spPr/>
    </dgm:pt>
    <dgm:pt modelId="{D2F411C8-4AB5-4674-9C7A-78216940510C}" type="pres">
      <dgm:prSet presAssocID="{E6F4B204-3517-4F86-B010-31470D261CB2}" presName="composite" presStyleCnt="0"/>
      <dgm:spPr/>
    </dgm:pt>
    <dgm:pt modelId="{142F711D-7280-4E59-BF4B-2FB1D2E3495C}" type="pres">
      <dgm:prSet presAssocID="{E6F4B204-3517-4F86-B010-31470D261C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EFA1F45-9C39-4BC3-8A4A-8C802BC9371C}" type="pres">
      <dgm:prSet presAssocID="{E6F4B204-3517-4F86-B010-31470D261C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8081D0A-2637-4950-92CD-B7C81A5C402F}" srcId="{F40B27D9-D307-4E0A-92EA-2C8E45FE297A}" destId="{AC90A5CA-8996-4666-8618-252B5E940F54}" srcOrd="2" destOrd="0" parTransId="{11B569A6-09F7-4F91-B805-65DA8B0663CB}" sibTransId="{18DE1191-D856-4F0A-823F-6C6D1858C572}"/>
    <dgm:cxn modelId="{F40AFE0A-9D01-42E0-87C4-CA01102683B6}" type="presOf" srcId="{E6F4B204-3517-4F86-B010-31470D261CB2}" destId="{142F711D-7280-4E59-BF4B-2FB1D2E3495C}" srcOrd="0" destOrd="0" presId="urn:microsoft.com/office/officeart/2005/8/layout/hList1"/>
    <dgm:cxn modelId="{8A57690B-3B6F-491E-996C-308F2468EE8F}" srcId="{586B656A-B71B-4D6E-AF8E-1E9CDDEBF75B}" destId="{E6F4B204-3517-4F86-B010-31470D261CB2}" srcOrd="2" destOrd="0" parTransId="{D94B6D4E-CECF-4984-BAC0-8587340DD0B9}" sibTransId="{0700A109-E458-48C2-86D4-CA453901A188}"/>
    <dgm:cxn modelId="{BDFDE211-AB19-4345-9164-743D2BBB2185}" type="presOf" srcId="{A22293EA-8EEC-4079-9174-B37CF1050D54}" destId="{36B9C7BD-FC8F-42E5-8610-616E76D068E0}" srcOrd="0" destOrd="0" presId="urn:microsoft.com/office/officeart/2005/8/layout/hList1"/>
    <dgm:cxn modelId="{4094FE1F-3E2A-4DB6-B7CA-A6A4167AB9FC}" srcId="{586B656A-B71B-4D6E-AF8E-1E9CDDEBF75B}" destId="{32310C47-F91F-4471-B305-BD49D57B4059}" srcOrd="1" destOrd="0" parTransId="{0480B22C-8A9C-4EE0-BD60-BB289347FC2B}" sibTransId="{1DE1B6F2-39A7-44B4-B470-1D3609E83BB3}"/>
    <dgm:cxn modelId="{8F860C3D-7BEA-4681-9B3C-182DE470614F}" type="presOf" srcId="{586B656A-B71B-4D6E-AF8E-1E9CDDEBF75B}" destId="{FF5FCE19-7422-4E77-BC93-4F090BC3FF39}" srcOrd="0" destOrd="0" presId="urn:microsoft.com/office/officeart/2005/8/layout/hList1"/>
    <dgm:cxn modelId="{E9864D60-B21A-43FD-B61F-CE62E1C3AC13}" type="presOf" srcId="{F40B27D9-D307-4E0A-92EA-2C8E45FE297A}" destId="{0424CEDF-907C-46FD-B1AB-F863F8A8B5A7}" srcOrd="0" destOrd="0" presId="urn:microsoft.com/office/officeart/2005/8/layout/hList1"/>
    <dgm:cxn modelId="{B78D1E44-5358-4319-9BA1-B9EBA896763B}" type="presOf" srcId="{D0A1590C-652E-46AF-A85C-8FF915953240}" destId="{2EFA1F45-9C39-4BC3-8A4A-8C802BC9371C}" srcOrd="0" destOrd="0" presId="urn:microsoft.com/office/officeart/2005/8/layout/hList1"/>
    <dgm:cxn modelId="{2648C664-6938-4BDC-9287-F66EE0FB7379}" srcId="{32310C47-F91F-4471-B305-BD49D57B4059}" destId="{9EB9D6F6-CAE4-4A73-BBE5-0B802E969AFC}" srcOrd="0" destOrd="0" parTransId="{91B29EEE-FA04-4630-971A-DF803D5475FF}" sibTransId="{4A63B895-0215-49BE-8CDF-7C223251FB1A}"/>
    <dgm:cxn modelId="{D7710566-4000-42D7-AF58-79A4DE80B584}" type="presOf" srcId="{F4723428-C93C-4A3D-81CA-B17D1958377B}" destId="{36B9C7BD-FC8F-42E5-8610-616E76D068E0}" srcOrd="0" destOrd="3" presId="urn:microsoft.com/office/officeart/2005/8/layout/hList1"/>
    <dgm:cxn modelId="{E5E66F4A-D0F0-40B2-BB10-6737477495E4}" srcId="{586B656A-B71B-4D6E-AF8E-1E9CDDEBF75B}" destId="{F40B27D9-D307-4E0A-92EA-2C8E45FE297A}" srcOrd="0" destOrd="0" parTransId="{15DE2D8E-2FE4-461D-A7A0-EC5EC6E6AFE0}" sibTransId="{F30F952A-5D1E-465B-BAB0-1E791AF57C4E}"/>
    <dgm:cxn modelId="{6EADFE4B-13A1-4835-AB4C-5FBF48EDCAF9}" type="presOf" srcId="{D3BC1271-0664-4553-B21C-17B50AC7009C}" destId="{2EFA1F45-9C39-4BC3-8A4A-8C802BC9371C}" srcOrd="0" destOrd="1" presId="urn:microsoft.com/office/officeart/2005/8/layout/hList1"/>
    <dgm:cxn modelId="{23A6DB4F-3D85-4BB7-82D0-933546BD8BB5}" srcId="{F40B27D9-D307-4E0A-92EA-2C8E45FE297A}" destId="{5BF85D11-DB2D-476C-BF88-6FEE69215F0A}" srcOrd="1" destOrd="0" parTransId="{09E4A71E-93AB-45B2-A843-350E5E245F8E}" sibTransId="{ADEA5610-C283-445E-BCCB-21ABA998D8CF}"/>
    <dgm:cxn modelId="{F6E4B357-9636-4F2C-927F-709F520FF4D4}" srcId="{32310C47-F91F-4471-B305-BD49D57B4059}" destId="{132EF94C-9CFE-4950-96AA-748C89B6C571}" srcOrd="1" destOrd="0" parTransId="{153FF062-6911-4189-9A53-E529897F7BD9}" sibTransId="{0EBF0C8E-BF95-4DCB-9E2C-C53C614DE266}"/>
    <dgm:cxn modelId="{D7CE0C7D-D0D8-46EA-9A43-98FF8663101A}" type="presOf" srcId="{2BD3BFEF-D5C8-407D-9F58-F4625802C51E}" destId="{36B9C7BD-FC8F-42E5-8610-616E76D068E0}" srcOrd="0" destOrd="5" presId="urn:microsoft.com/office/officeart/2005/8/layout/hList1"/>
    <dgm:cxn modelId="{641DA68C-E7E9-41BD-936C-B3E0F60FD7F9}" srcId="{F40B27D9-D307-4E0A-92EA-2C8E45FE297A}" destId="{F4723428-C93C-4A3D-81CA-B17D1958377B}" srcOrd="3" destOrd="0" parTransId="{A0682FA0-E06C-426B-833A-240CBF377C78}" sibTransId="{418121CE-B819-4D2D-AA77-EFA9B7504E7E}"/>
    <dgm:cxn modelId="{AFF7F38D-4A4E-4BB5-A672-2A9A6E1204BA}" type="presOf" srcId="{AC90A5CA-8996-4666-8618-252B5E940F54}" destId="{36B9C7BD-FC8F-42E5-8610-616E76D068E0}" srcOrd="0" destOrd="2" presId="urn:microsoft.com/office/officeart/2005/8/layout/hList1"/>
    <dgm:cxn modelId="{3D4A9FA9-F77B-4682-BB9F-EC676233F978}" srcId="{F40B27D9-D307-4E0A-92EA-2C8E45FE297A}" destId="{A22293EA-8EEC-4079-9174-B37CF1050D54}" srcOrd="0" destOrd="0" parTransId="{9BBC3995-5212-489A-864B-E0C52E4673F9}" sibTransId="{EBF70109-43FC-40C0-863B-24B76D7BC7B1}"/>
    <dgm:cxn modelId="{E6277EAC-D2D8-444D-84A0-836FFB34A409}" type="presOf" srcId="{5BF85D11-DB2D-476C-BF88-6FEE69215F0A}" destId="{36B9C7BD-FC8F-42E5-8610-616E76D068E0}" srcOrd="0" destOrd="1" presId="urn:microsoft.com/office/officeart/2005/8/layout/hList1"/>
    <dgm:cxn modelId="{F78717B3-AA7D-4ABC-87E7-61CA338CE96D}" type="presOf" srcId="{32310C47-F91F-4471-B305-BD49D57B4059}" destId="{0AEA69F3-2737-44BD-8763-974FC344569B}" srcOrd="0" destOrd="0" presId="urn:microsoft.com/office/officeart/2005/8/layout/hList1"/>
    <dgm:cxn modelId="{0972BCB5-73F9-43E1-A6E2-F82F05369F1F}" type="presOf" srcId="{DB9F3487-F603-41A5-AF92-CE2A7B18D675}" destId="{36B9C7BD-FC8F-42E5-8610-616E76D068E0}" srcOrd="0" destOrd="4" presId="urn:microsoft.com/office/officeart/2005/8/layout/hList1"/>
    <dgm:cxn modelId="{2666CDBB-2A49-49BC-BD7F-6852AEC9520E}" srcId="{F40B27D9-D307-4E0A-92EA-2C8E45FE297A}" destId="{2BD3BFEF-D5C8-407D-9F58-F4625802C51E}" srcOrd="5" destOrd="0" parTransId="{0D696F0E-C9B0-4620-B139-C8EB40411DD9}" sibTransId="{2B917718-FC77-4B20-ABD0-27A3CD95579C}"/>
    <dgm:cxn modelId="{CE3B9ACA-0676-4DE1-8A9E-B213C6D5C738}" srcId="{E6F4B204-3517-4F86-B010-31470D261CB2}" destId="{D0A1590C-652E-46AF-A85C-8FF915953240}" srcOrd="0" destOrd="0" parTransId="{91D9094F-DBA7-4873-9D33-06BBDF11C836}" sibTransId="{F0E461E7-5CA8-4D05-BC67-80A2A841560A}"/>
    <dgm:cxn modelId="{D80C1AD5-A11A-4EE0-BF79-D37F3472DDC2}" srcId="{E6F4B204-3517-4F86-B010-31470D261CB2}" destId="{D3BC1271-0664-4553-B21C-17B50AC7009C}" srcOrd="1" destOrd="0" parTransId="{F9CCCA18-65FF-41A0-93C3-C6D12A21F063}" sibTransId="{DC0E4209-5296-494D-900E-1D1471319A09}"/>
    <dgm:cxn modelId="{734AF3F6-9497-41C5-84E0-D6DD2D93FE65}" type="presOf" srcId="{9EB9D6F6-CAE4-4A73-BBE5-0B802E969AFC}" destId="{2F6D7816-9E3F-4D9C-B2DB-927D0F1C8B9D}" srcOrd="0" destOrd="0" presId="urn:microsoft.com/office/officeart/2005/8/layout/hList1"/>
    <dgm:cxn modelId="{FB6598F8-523D-4057-ABEE-91FA9B612B20}" type="presOf" srcId="{132EF94C-9CFE-4950-96AA-748C89B6C571}" destId="{2F6D7816-9E3F-4D9C-B2DB-927D0F1C8B9D}" srcOrd="0" destOrd="1" presId="urn:microsoft.com/office/officeart/2005/8/layout/hList1"/>
    <dgm:cxn modelId="{F7908FFF-84AE-49FE-98D0-1A5343111C9D}" srcId="{F40B27D9-D307-4E0A-92EA-2C8E45FE297A}" destId="{DB9F3487-F603-41A5-AF92-CE2A7B18D675}" srcOrd="4" destOrd="0" parTransId="{D4524EBC-032D-4C02-BC3D-2CCE3728548B}" sibTransId="{8B5C191D-5FB5-4A1B-B69B-54CA8738BAF2}"/>
    <dgm:cxn modelId="{4E9EB5FD-5AC3-4663-A67C-52BD90E25CDE}" type="presParOf" srcId="{FF5FCE19-7422-4E77-BC93-4F090BC3FF39}" destId="{CBE847F8-E20F-4493-BCF9-DDB5B0E844B7}" srcOrd="0" destOrd="0" presId="urn:microsoft.com/office/officeart/2005/8/layout/hList1"/>
    <dgm:cxn modelId="{5369B98C-587B-456C-AB64-6AD9ADEFE5FF}" type="presParOf" srcId="{CBE847F8-E20F-4493-BCF9-DDB5B0E844B7}" destId="{0424CEDF-907C-46FD-B1AB-F863F8A8B5A7}" srcOrd="0" destOrd="0" presId="urn:microsoft.com/office/officeart/2005/8/layout/hList1"/>
    <dgm:cxn modelId="{0E55EF9E-8F63-490B-A222-1B6042AF9830}" type="presParOf" srcId="{CBE847F8-E20F-4493-BCF9-DDB5B0E844B7}" destId="{36B9C7BD-FC8F-42E5-8610-616E76D068E0}" srcOrd="1" destOrd="0" presId="urn:microsoft.com/office/officeart/2005/8/layout/hList1"/>
    <dgm:cxn modelId="{AEAD6299-6966-4070-9850-057213075297}" type="presParOf" srcId="{FF5FCE19-7422-4E77-BC93-4F090BC3FF39}" destId="{8BC9CD5F-4ED6-479A-9A0B-32235827D988}" srcOrd="1" destOrd="0" presId="urn:microsoft.com/office/officeart/2005/8/layout/hList1"/>
    <dgm:cxn modelId="{4216436F-D82A-49F1-A895-B1BF8D6BC73D}" type="presParOf" srcId="{FF5FCE19-7422-4E77-BC93-4F090BC3FF39}" destId="{49F53BBF-6DE5-4CF9-BBC9-E183608A8090}" srcOrd="2" destOrd="0" presId="urn:microsoft.com/office/officeart/2005/8/layout/hList1"/>
    <dgm:cxn modelId="{7D46B620-7832-426D-81C2-90D74482B6A2}" type="presParOf" srcId="{49F53BBF-6DE5-4CF9-BBC9-E183608A8090}" destId="{0AEA69F3-2737-44BD-8763-974FC344569B}" srcOrd="0" destOrd="0" presId="urn:microsoft.com/office/officeart/2005/8/layout/hList1"/>
    <dgm:cxn modelId="{6FC08C59-B11E-49F6-B239-0A5C14983764}" type="presParOf" srcId="{49F53BBF-6DE5-4CF9-BBC9-E183608A8090}" destId="{2F6D7816-9E3F-4D9C-B2DB-927D0F1C8B9D}" srcOrd="1" destOrd="0" presId="urn:microsoft.com/office/officeart/2005/8/layout/hList1"/>
    <dgm:cxn modelId="{18BE779E-14A0-4CB2-83C6-5B3DA742CC73}" type="presParOf" srcId="{FF5FCE19-7422-4E77-BC93-4F090BC3FF39}" destId="{64124F20-F41F-4F4A-9B1F-9221F72A7B3F}" srcOrd="3" destOrd="0" presId="urn:microsoft.com/office/officeart/2005/8/layout/hList1"/>
    <dgm:cxn modelId="{0D53BACB-DDA9-4FED-9FBC-4750BD1F97ED}" type="presParOf" srcId="{FF5FCE19-7422-4E77-BC93-4F090BC3FF39}" destId="{D2F411C8-4AB5-4674-9C7A-78216940510C}" srcOrd="4" destOrd="0" presId="urn:microsoft.com/office/officeart/2005/8/layout/hList1"/>
    <dgm:cxn modelId="{05E44F37-A950-4F99-8819-E1079C9CC53C}" type="presParOf" srcId="{D2F411C8-4AB5-4674-9C7A-78216940510C}" destId="{142F711D-7280-4E59-BF4B-2FB1D2E3495C}" srcOrd="0" destOrd="0" presId="urn:microsoft.com/office/officeart/2005/8/layout/hList1"/>
    <dgm:cxn modelId="{86F09372-C557-4E37-A6B3-2A91EE10963B}" type="presParOf" srcId="{D2F411C8-4AB5-4674-9C7A-78216940510C}" destId="{2EFA1F45-9C39-4BC3-8A4A-8C802BC9371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2A71C6-95E0-4893-A7DF-7E59243576C7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219736-C2A5-43CC-B937-11E9B8C56B4D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Multilayer perceptron model</a:t>
          </a:r>
        </a:p>
      </dgm:t>
    </dgm:pt>
    <dgm:pt modelId="{3BDC3187-F96F-4563-9C79-A5FEFF062F1E}" type="parTrans" cxnId="{027FBB4F-EDB5-4EA1-8530-556DF941F4A8}">
      <dgm:prSet/>
      <dgm:spPr/>
      <dgm:t>
        <a:bodyPr/>
        <a:lstStyle/>
        <a:p>
          <a:endParaRPr lang="en-US"/>
        </a:p>
      </dgm:t>
    </dgm:pt>
    <dgm:pt modelId="{C0F76305-8AA8-4AA3-958F-A16AE22760C6}" type="sibTrans" cxnId="{027FBB4F-EDB5-4EA1-8530-556DF941F4A8}">
      <dgm:prSet/>
      <dgm:spPr/>
      <dgm:t>
        <a:bodyPr/>
        <a:lstStyle/>
        <a:p>
          <a:endParaRPr lang="en-US"/>
        </a:p>
      </dgm:t>
    </dgm:pt>
    <dgm:pt modelId="{769B45DD-07B9-411F-8BBA-7EB9BB04B6DA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Input layer</a:t>
          </a:r>
        </a:p>
      </dgm:t>
    </dgm:pt>
    <dgm:pt modelId="{92611C72-C6B8-453D-956C-46AE7F6A3743}" type="parTrans" cxnId="{991B9F80-9722-4632-8198-6DB9107E329F}">
      <dgm:prSet/>
      <dgm:spPr/>
      <dgm:t>
        <a:bodyPr/>
        <a:lstStyle/>
        <a:p>
          <a:endParaRPr lang="en-US"/>
        </a:p>
      </dgm:t>
    </dgm:pt>
    <dgm:pt modelId="{9EC9E61D-0815-43BA-9701-A29EE1F29666}" type="sibTrans" cxnId="{991B9F80-9722-4632-8198-6DB9107E329F}">
      <dgm:prSet/>
      <dgm:spPr/>
      <dgm:t>
        <a:bodyPr/>
        <a:lstStyle/>
        <a:p>
          <a:endParaRPr lang="en-US"/>
        </a:p>
      </dgm:t>
    </dgm:pt>
    <dgm:pt modelId="{96BA9DB7-75EF-45B1-8848-E9EFFCCD3FFC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Dense layer (32 neurons)</a:t>
          </a:r>
        </a:p>
      </dgm:t>
    </dgm:pt>
    <dgm:pt modelId="{1D61589F-0E59-4FDF-A9F2-4D6A51D980FC}" type="parTrans" cxnId="{D51E5D21-71FD-48BD-A341-B66B2562FFDA}">
      <dgm:prSet/>
      <dgm:spPr/>
      <dgm:t>
        <a:bodyPr/>
        <a:lstStyle/>
        <a:p>
          <a:endParaRPr lang="en-US"/>
        </a:p>
      </dgm:t>
    </dgm:pt>
    <dgm:pt modelId="{4DFFF264-D5EA-48DC-B314-C4BEB574D078}" type="sibTrans" cxnId="{D51E5D21-71FD-48BD-A341-B66B2562FFDA}">
      <dgm:prSet/>
      <dgm:spPr/>
      <dgm:t>
        <a:bodyPr/>
        <a:lstStyle/>
        <a:p>
          <a:endParaRPr lang="en-US"/>
        </a:p>
      </dgm:t>
    </dgm:pt>
    <dgm:pt modelId="{3503A507-E6C9-4C38-8F84-A0A52EED6B08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Dense layer (16 neurons)</a:t>
          </a:r>
        </a:p>
      </dgm:t>
    </dgm:pt>
    <dgm:pt modelId="{22A960BC-CD38-4578-A55F-8786AFEC3F80}" type="parTrans" cxnId="{33B93E17-73AA-4AB8-8EC5-17902F965480}">
      <dgm:prSet/>
      <dgm:spPr/>
      <dgm:t>
        <a:bodyPr/>
        <a:lstStyle/>
        <a:p>
          <a:endParaRPr lang="en-US"/>
        </a:p>
      </dgm:t>
    </dgm:pt>
    <dgm:pt modelId="{01D5714D-7748-43AC-9CC3-218254CDCF49}" type="sibTrans" cxnId="{33B93E17-73AA-4AB8-8EC5-17902F965480}">
      <dgm:prSet/>
      <dgm:spPr/>
      <dgm:t>
        <a:bodyPr/>
        <a:lstStyle/>
        <a:p>
          <a:endParaRPr lang="en-US"/>
        </a:p>
      </dgm:t>
    </dgm:pt>
    <dgm:pt modelId="{3A38E232-D4DC-4FE5-A97E-9B1285B95289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Dense layer (8 neurons)</a:t>
          </a:r>
        </a:p>
      </dgm:t>
    </dgm:pt>
    <dgm:pt modelId="{78D59FCC-91EC-4B70-99CB-7F41B68E3934}" type="parTrans" cxnId="{F9CF0116-78BC-455F-A312-5EA823806D9A}">
      <dgm:prSet/>
      <dgm:spPr/>
      <dgm:t>
        <a:bodyPr/>
        <a:lstStyle/>
        <a:p>
          <a:endParaRPr lang="en-US"/>
        </a:p>
      </dgm:t>
    </dgm:pt>
    <dgm:pt modelId="{E7B42AEC-DF81-45B5-878E-825F82269ECD}" type="sibTrans" cxnId="{F9CF0116-78BC-455F-A312-5EA823806D9A}">
      <dgm:prSet/>
      <dgm:spPr/>
      <dgm:t>
        <a:bodyPr/>
        <a:lstStyle/>
        <a:p>
          <a:endParaRPr lang="en-US"/>
        </a:p>
      </dgm:t>
    </dgm:pt>
    <dgm:pt modelId="{0F58BECD-6E98-472C-B2D8-FF4025F42DCD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Dense layer (1 neuron, Sigmoid Function)</a:t>
          </a:r>
        </a:p>
      </dgm:t>
    </dgm:pt>
    <dgm:pt modelId="{3A912D70-98B5-4B84-A383-E771AF294F6A}" type="parTrans" cxnId="{41E594D8-1AD8-4755-A167-790723C1AB0B}">
      <dgm:prSet/>
      <dgm:spPr/>
      <dgm:t>
        <a:bodyPr/>
        <a:lstStyle/>
        <a:p>
          <a:endParaRPr lang="en-US"/>
        </a:p>
      </dgm:t>
    </dgm:pt>
    <dgm:pt modelId="{3EA93364-A311-4319-BF20-AEFE4259F672}" type="sibTrans" cxnId="{41E594D8-1AD8-4755-A167-790723C1AB0B}">
      <dgm:prSet/>
      <dgm:spPr/>
      <dgm:t>
        <a:bodyPr/>
        <a:lstStyle/>
        <a:p>
          <a:endParaRPr lang="en-US"/>
        </a:p>
      </dgm:t>
    </dgm:pt>
    <dgm:pt modelId="{8D700A9F-5E5D-405B-B991-6095A9438BB1}" type="pres">
      <dgm:prSet presAssocID="{CD2A71C6-95E0-4893-A7DF-7E59243576C7}" presName="composite" presStyleCnt="0">
        <dgm:presLayoutVars>
          <dgm:chMax val="1"/>
          <dgm:dir/>
          <dgm:resizeHandles val="exact"/>
        </dgm:presLayoutVars>
      </dgm:prSet>
      <dgm:spPr/>
    </dgm:pt>
    <dgm:pt modelId="{13A709A0-6A81-413D-A5B9-F7DD86589D37}" type="pres">
      <dgm:prSet presAssocID="{06219736-C2A5-43CC-B937-11E9B8C56B4D}" presName="roof" presStyleLbl="dkBgShp" presStyleIdx="0" presStyleCnt="2" custLinFactNeighborY="-6385"/>
      <dgm:spPr/>
    </dgm:pt>
    <dgm:pt modelId="{BD093E29-EE24-47F1-852D-E37A6C77749B}" type="pres">
      <dgm:prSet presAssocID="{06219736-C2A5-43CC-B937-11E9B8C56B4D}" presName="pillars" presStyleCnt="0"/>
      <dgm:spPr/>
    </dgm:pt>
    <dgm:pt modelId="{80461E27-F856-49E9-A28E-610AD8B7D75E}" type="pres">
      <dgm:prSet presAssocID="{06219736-C2A5-43CC-B937-11E9B8C56B4D}" presName="pillar1" presStyleLbl="node1" presStyleIdx="0" presStyleCnt="5">
        <dgm:presLayoutVars>
          <dgm:bulletEnabled val="1"/>
        </dgm:presLayoutVars>
      </dgm:prSet>
      <dgm:spPr/>
    </dgm:pt>
    <dgm:pt modelId="{C75CCBA2-BA15-4071-86BD-F17559F0D2AC}" type="pres">
      <dgm:prSet presAssocID="{96BA9DB7-75EF-45B1-8848-E9EFFCCD3FFC}" presName="pillarX" presStyleLbl="node1" presStyleIdx="1" presStyleCnt="5">
        <dgm:presLayoutVars>
          <dgm:bulletEnabled val="1"/>
        </dgm:presLayoutVars>
      </dgm:prSet>
      <dgm:spPr/>
    </dgm:pt>
    <dgm:pt modelId="{231EF2EB-035E-475A-8B9A-D8A3882D377D}" type="pres">
      <dgm:prSet presAssocID="{3503A507-E6C9-4C38-8F84-A0A52EED6B08}" presName="pillarX" presStyleLbl="node1" presStyleIdx="2" presStyleCnt="5">
        <dgm:presLayoutVars>
          <dgm:bulletEnabled val="1"/>
        </dgm:presLayoutVars>
      </dgm:prSet>
      <dgm:spPr/>
    </dgm:pt>
    <dgm:pt modelId="{68C75CEB-DF4C-4AD3-8F5B-76C814CCE3C1}" type="pres">
      <dgm:prSet presAssocID="{3A38E232-D4DC-4FE5-A97E-9B1285B95289}" presName="pillarX" presStyleLbl="node1" presStyleIdx="3" presStyleCnt="5">
        <dgm:presLayoutVars>
          <dgm:bulletEnabled val="1"/>
        </dgm:presLayoutVars>
      </dgm:prSet>
      <dgm:spPr/>
    </dgm:pt>
    <dgm:pt modelId="{DC874B83-0673-4B97-8F68-5A80BE80FD81}" type="pres">
      <dgm:prSet presAssocID="{0F58BECD-6E98-472C-B2D8-FF4025F42DCD}" presName="pillarX" presStyleLbl="node1" presStyleIdx="4" presStyleCnt="5">
        <dgm:presLayoutVars>
          <dgm:bulletEnabled val="1"/>
        </dgm:presLayoutVars>
      </dgm:prSet>
      <dgm:spPr/>
    </dgm:pt>
    <dgm:pt modelId="{39CE3448-E8EF-44CA-8C10-55EA83561434}" type="pres">
      <dgm:prSet presAssocID="{06219736-C2A5-43CC-B937-11E9B8C56B4D}" presName="base" presStyleLbl="dkBgShp" presStyleIdx="1" presStyleCnt="2"/>
      <dgm:spPr>
        <a:solidFill>
          <a:srgbClr val="002060"/>
        </a:solidFill>
      </dgm:spPr>
    </dgm:pt>
  </dgm:ptLst>
  <dgm:cxnLst>
    <dgm:cxn modelId="{F9CF0116-78BC-455F-A312-5EA823806D9A}" srcId="{06219736-C2A5-43CC-B937-11E9B8C56B4D}" destId="{3A38E232-D4DC-4FE5-A97E-9B1285B95289}" srcOrd="3" destOrd="0" parTransId="{78D59FCC-91EC-4B70-99CB-7F41B68E3934}" sibTransId="{E7B42AEC-DF81-45B5-878E-825F82269ECD}"/>
    <dgm:cxn modelId="{33B93E17-73AA-4AB8-8EC5-17902F965480}" srcId="{06219736-C2A5-43CC-B937-11E9B8C56B4D}" destId="{3503A507-E6C9-4C38-8F84-A0A52EED6B08}" srcOrd="2" destOrd="0" parTransId="{22A960BC-CD38-4578-A55F-8786AFEC3F80}" sibTransId="{01D5714D-7748-43AC-9CC3-218254CDCF49}"/>
    <dgm:cxn modelId="{D51E5D21-71FD-48BD-A341-B66B2562FFDA}" srcId="{06219736-C2A5-43CC-B937-11E9B8C56B4D}" destId="{96BA9DB7-75EF-45B1-8848-E9EFFCCD3FFC}" srcOrd="1" destOrd="0" parTransId="{1D61589F-0E59-4FDF-A9F2-4D6A51D980FC}" sibTransId="{4DFFF264-D5EA-48DC-B314-C4BEB574D078}"/>
    <dgm:cxn modelId="{75AB666A-F038-45DA-8307-1504E7DF827E}" type="presOf" srcId="{CD2A71C6-95E0-4893-A7DF-7E59243576C7}" destId="{8D700A9F-5E5D-405B-B991-6095A9438BB1}" srcOrd="0" destOrd="0" presId="urn:microsoft.com/office/officeart/2005/8/layout/hList3"/>
    <dgm:cxn modelId="{027FBB4F-EDB5-4EA1-8530-556DF941F4A8}" srcId="{CD2A71C6-95E0-4893-A7DF-7E59243576C7}" destId="{06219736-C2A5-43CC-B937-11E9B8C56B4D}" srcOrd="0" destOrd="0" parTransId="{3BDC3187-F96F-4563-9C79-A5FEFF062F1E}" sibTransId="{C0F76305-8AA8-4AA3-958F-A16AE22760C6}"/>
    <dgm:cxn modelId="{0FEFCE57-5D19-4CC4-BCCE-D3D562060BA9}" type="presOf" srcId="{96BA9DB7-75EF-45B1-8848-E9EFFCCD3FFC}" destId="{C75CCBA2-BA15-4071-86BD-F17559F0D2AC}" srcOrd="0" destOrd="0" presId="urn:microsoft.com/office/officeart/2005/8/layout/hList3"/>
    <dgm:cxn modelId="{991B9F80-9722-4632-8198-6DB9107E329F}" srcId="{06219736-C2A5-43CC-B937-11E9B8C56B4D}" destId="{769B45DD-07B9-411F-8BBA-7EB9BB04B6DA}" srcOrd="0" destOrd="0" parTransId="{92611C72-C6B8-453D-956C-46AE7F6A3743}" sibTransId="{9EC9E61D-0815-43BA-9701-A29EE1F29666}"/>
    <dgm:cxn modelId="{D27B3385-F344-4350-B82F-7C15FD001EC0}" type="presOf" srcId="{3503A507-E6C9-4C38-8F84-A0A52EED6B08}" destId="{231EF2EB-035E-475A-8B9A-D8A3882D377D}" srcOrd="0" destOrd="0" presId="urn:microsoft.com/office/officeart/2005/8/layout/hList3"/>
    <dgm:cxn modelId="{AE81A387-A499-4959-A8FC-E48249D97FF7}" type="presOf" srcId="{3A38E232-D4DC-4FE5-A97E-9B1285B95289}" destId="{68C75CEB-DF4C-4AD3-8F5B-76C814CCE3C1}" srcOrd="0" destOrd="0" presId="urn:microsoft.com/office/officeart/2005/8/layout/hList3"/>
    <dgm:cxn modelId="{039EC69E-B7D2-47A3-BDA1-313765482E0E}" type="presOf" srcId="{06219736-C2A5-43CC-B937-11E9B8C56B4D}" destId="{13A709A0-6A81-413D-A5B9-F7DD86589D37}" srcOrd="0" destOrd="0" presId="urn:microsoft.com/office/officeart/2005/8/layout/hList3"/>
    <dgm:cxn modelId="{CEAC22B6-F7C7-40A8-9368-889999BC0AF2}" type="presOf" srcId="{0F58BECD-6E98-472C-B2D8-FF4025F42DCD}" destId="{DC874B83-0673-4B97-8F68-5A80BE80FD81}" srcOrd="0" destOrd="0" presId="urn:microsoft.com/office/officeart/2005/8/layout/hList3"/>
    <dgm:cxn modelId="{9DDE2CC5-F9A4-47A7-849E-4E10E3823FD9}" type="presOf" srcId="{769B45DD-07B9-411F-8BBA-7EB9BB04B6DA}" destId="{80461E27-F856-49E9-A28E-610AD8B7D75E}" srcOrd="0" destOrd="0" presId="urn:microsoft.com/office/officeart/2005/8/layout/hList3"/>
    <dgm:cxn modelId="{41E594D8-1AD8-4755-A167-790723C1AB0B}" srcId="{06219736-C2A5-43CC-B937-11E9B8C56B4D}" destId="{0F58BECD-6E98-472C-B2D8-FF4025F42DCD}" srcOrd="4" destOrd="0" parTransId="{3A912D70-98B5-4B84-A383-E771AF294F6A}" sibTransId="{3EA93364-A311-4319-BF20-AEFE4259F672}"/>
    <dgm:cxn modelId="{D1916DB0-338C-4D3C-B646-4D4AE1B52499}" type="presParOf" srcId="{8D700A9F-5E5D-405B-B991-6095A9438BB1}" destId="{13A709A0-6A81-413D-A5B9-F7DD86589D37}" srcOrd="0" destOrd="0" presId="urn:microsoft.com/office/officeart/2005/8/layout/hList3"/>
    <dgm:cxn modelId="{07CFD174-74B8-4A6D-930D-27FA12271BCF}" type="presParOf" srcId="{8D700A9F-5E5D-405B-B991-6095A9438BB1}" destId="{BD093E29-EE24-47F1-852D-E37A6C77749B}" srcOrd="1" destOrd="0" presId="urn:microsoft.com/office/officeart/2005/8/layout/hList3"/>
    <dgm:cxn modelId="{264AC81C-E79D-454A-81CF-BE7AC18CED08}" type="presParOf" srcId="{BD093E29-EE24-47F1-852D-E37A6C77749B}" destId="{80461E27-F856-49E9-A28E-610AD8B7D75E}" srcOrd="0" destOrd="0" presId="urn:microsoft.com/office/officeart/2005/8/layout/hList3"/>
    <dgm:cxn modelId="{77D2DE38-37B9-4A96-A930-A128F8E8B8A7}" type="presParOf" srcId="{BD093E29-EE24-47F1-852D-E37A6C77749B}" destId="{C75CCBA2-BA15-4071-86BD-F17559F0D2AC}" srcOrd="1" destOrd="0" presId="urn:microsoft.com/office/officeart/2005/8/layout/hList3"/>
    <dgm:cxn modelId="{4AEA8642-EA91-499F-89DD-021307FECCC5}" type="presParOf" srcId="{BD093E29-EE24-47F1-852D-E37A6C77749B}" destId="{231EF2EB-035E-475A-8B9A-D8A3882D377D}" srcOrd="2" destOrd="0" presId="urn:microsoft.com/office/officeart/2005/8/layout/hList3"/>
    <dgm:cxn modelId="{9CB36066-530F-4893-B7DE-9E59FBD73C1B}" type="presParOf" srcId="{BD093E29-EE24-47F1-852D-E37A6C77749B}" destId="{68C75CEB-DF4C-4AD3-8F5B-76C814CCE3C1}" srcOrd="3" destOrd="0" presId="urn:microsoft.com/office/officeart/2005/8/layout/hList3"/>
    <dgm:cxn modelId="{5DD956AD-3755-43E0-B231-DF354A3E8C33}" type="presParOf" srcId="{BD093E29-EE24-47F1-852D-E37A6C77749B}" destId="{DC874B83-0673-4B97-8F68-5A80BE80FD81}" srcOrd="4" destOrd="0" presId="urn:microsoft.com/office/officeart/2005/8/layout/hList3"/>
    <dgm:cxn modelId="{BB2C1D72-B6BA-4CA5-9C09-0E44F5EA9FBC}" type="presParOf" srcId="{8D700A9F-5E5D-405B-B991-6095A9438BB1}" destId="{39CE3448-E8EF-44CA-8C10-55EA8356143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25148A-1B02-4528-99C7-22512A602B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6CFA6D-798C-4EC3-87DF-7583C8DC341D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Downloaded the CSV file</a:t>
          </a:r>
        </a:p>
      </dgm:t>
    </dgm:pt>
    <dgm:pt modelId="{0B1837C3-0505-4CC2-BB5E-F2AE49BEB335}" type="parTrans" cxnId="{BBDB0D08-17A0-4285-ACDE-247AC850F7C2}">
      <dgm:prSet/>
      <dgm:spPr/>
      <dgm:t>
        <a:bodyPr/>
        <a:lstStyle/>
        <a:p>
          <a:endParaRPr lang="en-US"/>
        </a:p>
      </dgm:t>
    </dgm:pt>
    <dgm:pt modelId="{18C42A56-BB7D-454C-BD17-7B71112CB22D}" type="sibTrans" cxnId="{BBDB0D08-17A0-4285-ACDE-247AC850F7C2}">
      <dgm:prSet/>
      <dgm:spPr/>
      <dgm:t>
        <a:bodyPr/>
        <a:lstStyle/>
        <a:p>
          <a:endParaRPr lang="en-US"/>
        </a:p>
      </dgm:t>
    </dgm:pt>
    <dgm:pt modelId="{02B7E20E-BDA1-4539-AF46-B784F9F527B3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Asked ChatGPT to generate Python code to run deep learning on the data</a:t>
          </a:r>
        </a:p>
      </dgm:t>
    </dgm:pt>
    <dgm:pt modelId="{4AB5E23C-59AB-41D2-85FA-B5BB38DC99C3}" type="parTrans" cxnId="{7E09A247-90BA-4AB0-A9D2-BD30BA720214}">
      <dgm:prSet/>
      <dgm:spPr/>
      <dgm:t>
        <a:bodyPr/>
        <a:lstStyle/>
        <a:p>
          <a:endParaRPr lang="en-US"/>
        </a:p>
      </dgm:t>
    </dgm:pt>
    <dgm:pt modelId="{8930E779-3A73-443C-BB48-B3461C1A76E6}" type="sibTrans" cxnId="{7E09A247-90BA-4AB0-A9D2-BD30BA720214}">
      <dgm:prSet/>
      <dgm:spPr/>
      <dgm:t>
        <a:bodyPr/>
        <a:lstStyle/>
        <a:p>
          <a:endParaRPr lang="en-US"/>
        </a:p>
      </dgm:t>
    </dgm:pt>
    <dgm:pt modelId="{DDEA77D7-F284-44B9-A434-0EE877681C17}">
      <dgm:prSet custT="1"/>
      <dgm:spPr/>
      <dgm:t>
        <a:bodyPr/>
        <a:lstStyle/>
        <a:p>
          <a:r>
            <a:rPr lang="en-US" sz="2000"/>
            <a:t>Read the file</a:t>
          </a:r>
          <a:endParaRPr lang="en-US" sz="2000" dirty="0"/>
        </a:p>
      </dgm:t>
    </dgm:pt>
    <dgm:pt modelId="{EC056BA7-52F7-4BA8-96A7-E49D68A0537D}" type="parTrans" cxnId="{634C2649-F52A-402E-8C40-333CF70922A8}">
      <dgm:prSet/>
      <dgm:spPr/>
      <dgm:t>
        <a:bodyPr/>
        <a:lstStyle/>
        <a:p>
          <a:endParaRPr lang="en-US"/>
        </a:p>
      </dgm:t>
    </dgm:pt>
    <dgm:pt modelId="{9ED53332-6981-404F-95B2-6987EAD4474F}" type="sibTrans" cxnId="{634C2649-F52A-402E-8C40-333CF70922A8}">
      <dgm:prSet/>
      <dgm:spPr/>
      <dgm:t>
        <a:bodyPr/>
        <a:lstStyle/>
        <a:p>
          <a:endParaRPr lang="en-US"/>
        </a:p>
      </dgm:t>
    </dgm:pt>
    <dgm:pt modelId="{F5F1782A-6046-46C2-8BA8-51A7ACED964D}">
      <dgm:prSet custT="1"/>
      <dgm:spPr/>
      <dgm:t>
        <a:bodyPr/>
        <a:lstStyle/>
        <a:p>
          <a:r>
            <a:rPr lang="en-US" sz="2000" dirty="0"/>
            <a:t>Split data into 80% training, 20% testing</a:t>
          </a:r>
        </a:p>
      </dgm:t>
    </dgm:pt>
    <dgm:pt modelId="{A96C982B-62A2-47B3-B6D9-009A94C2E5D3}" type="parTrans" cxnId="{4515C80F-2CCC-4402-AC7C-ABC81E2D8350}">
      <dgm:prSet/>
      <dgm:spPr/>
      <dgm:t>
        <a:bodyPr/>
        <a:lstStyle/>
        <a:p>
          <a:endParaRPr lang="en-US"/>
        </a:p>
      </dgm:t>
    </dgm:pt>
    <dgm:pt modelId="{10CD3325-FB82-4590-A8E5-62A0EEE4D7EB}" type="sibTrans" cxnId="{4515C80F-2CCC-4402-AC7C-ABC81E2D8350}">
      <dgm:prSet/>
      <dgm:spPr/>
      <dgm:t>
        <a:bodyPr/>
        <a:lstStyle/>
        <a:p>
          <a:endParaRPr lang="en-US"/>
        </a:p>
      </dgm:t>
    </dgm:pt>
    <dgm:pt modelId="{6C891EB0-C736-4427-944A-86901EC3978A}">
      <dgm:prSet custT="1"/>
      <dgm:spPr/>
      <dgm:t>
        <a:bodyPr/>
        <a:lstStyle/>
        <a:p>
          <a:r>
            <a:rPr lang="en-US" sz="2000" dirty="0"/>
            <a:t>Run the model on the data</a:t>
          </a:r>
        </a:p>
      </dgm:t>
    </dgm:pt>
    <dgm:pt modelId="{5D82A394-00F8-4ACB-B7C3-896E5E039A7D}" type="parTrans" cxnId="{B234354D-3B28-471D-89BD-DED0BA7DB87A}">
      <dgm:prSet/>
      <dgm:spPr/>
      <dgm:t>
        <a:bodyPr/>
        <a:lstStyle/>
        <a:p>
          <a:endParaRPr lang="en-US"/>
        </a:p>
      </dgm:t>
    </dgm:pt>
    <dgm:pt modelId="{158579FB-45DD-4FDC-AEF2-0419B72DCD7F}" type="sibTrans" cxnId="{B234354D-3B28-471D-89BD-DED0BA7DB87A}">
      <dgm:prSet/>
      <dgm:spPr/>
      <dgm:t>
        <a:bodyPr/>
        <a:lstStyle/>
        <a:p>
          <a:endParaRPr lang="en-US"/>
        </a:p>
      </dgm:t>
    </dgm:pt>
    <dgm:pt modelId="{61B6F9AD-14F0-4965-B7FF-7E69B6D3D1C8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Reported results</a:t>
          </a:r>
        </a:p>
      </dgm:t>
    </dgm:pt>
    <dgm:pt modelId="{DCF71502-51CA-479F-9A03-72174F569667}" type="parTrans" cxnId="{30EAACC5-02A6-490B-BFA7-EB5CECFD6C09}">
      <dgm:prSet/>
      <dgm:spPr/>
      <dgm:t>
        <a:bodyPr/>
        <a:lstStyle/>
        <a:p>
          <a:endParaRPr lang="en-US"/>
        </a:p>
      </dgm:t>
    </dgm:pt>
    <dgm:pt modelId="{45E4CCE4-6B82-4456-A28A-788231C98EF2}" type="sibTrans" cxnId="{30EAACC5-02A6-490B-BFA7-EB5CECFD6C09}">
      <dgm:prSet/>
      <dgm:spPr/>
      <dgm:t>
        <a:bodyPr/>
        <a:lstStyle/>
        <a:p>
          <a:endParaRPr lang="en-US"/>
        </a:p>
      </dgm:t>
    </dgm:pt>
    <dgm:pt modelId="{0DD5C9AA-4C25-4BD2-A572-B65EF4ACD82D}">
      <dgm:prSet custT="1"/>
      <dgm:spPr/>
      <dgm:t>
        <a:bodyPr/>
        <a:lstStyle/>
        <a:p>
          <a:r>
            <a:rPr lang="en-US" sz="2000"/>
            <a:t>Confusion matrix</a:t>
          </a:r>
          <a:endParaRPr lang="en-US" sz="2000" dirty="0"/>
        </a:p>
      </dgm:t>
    </dgm:pt>
    <dgm:pt modelId="{470BE993-0FD5-4AAB-A56F-8ED4EE8CE649}" type="parTrans" cxnId="{DF17ECF3-EDFD-4F44-A7D0-91F4F9410205}">
      <dgm:prSet/>
      <dgm:spPr/>
      <dgm:t>
        <a:bodyPr/>
        <a:lstStyle/>
        <a:p>
          <a:endParaRPr lang="en-US"/>
        </a:p>
      </dgm:t>
    </dgm:pt>
    <dgm:pt modelId="{3A643C83-B927-4C8C-A97C-3B8EB2F0942E}" type="sibTrans" cxnId="{DF17ECF3-EDFD-4F44-A7D0-91F4F9410205}">
      <dgm:prSet/>
      <dgm:spPr/>
      <dgm:t>
        <a:bodyPr/>
        <a:lstStyle/>
        <a:p>
          <a:endParaRPr lang="en-US"/>
        </a:p>
      </dgm:t>
    </dgm:pt>
    <dgm:pt modelId="{DDB12B80-099B-4085-ABA0-B752CDB8E0BD}">
      <dgm:prSet custT="1"/>
      <dgm:spPr/>
      <dgm:t>
        <a:bodyPr/>
        <a:lstStyle/>
        <a:p>
          <a:r>
            <a:rPr lang="en-US" sz="2000" dirty="0"/>
            <a:t>Accuracy score</a:t>
          </a:r>
        </a:p>
      </dgm:t>
    </dgm:pt>
    <dgm:pt modelId="{DE1EC4E8-DC74-4E4B-8F79-2D26027C1610}" type="parTrans" cxnId="{92A0A44C-75A2-4430-8C2F-9A990B22C1E2}">
      <dgm:prSet/>
      <dgm:spPr/>
      <dgm:t>
        <a:bodyPr/>
        <a:lstStyle/>
        <a:p>
          <a:endParaRPr lang="en-US"/>
        </a:p>
      </dgm:t>
    </dgm:pt>
    <dgm:pt modelId="{B801368A-A7EE-4DA5-8EC3-5F12FEEA6BEB}" type="sibTrans" cxnId="{92A0A44C-75A2-4430-8C2F-9A990B22C1E2}">
      <dgm:prSet/>
      <dgm:spPr/>
      <dgm:t>
        <a:bodyPr/>
        <a:lstStyle/>
        <a:p>
          <a:endParaRPr lang="en-US"/>
        </a:p>
      </dgm:t>
    </dgm:pt>
    <dgm:pt modelId="{64C3BFAF-EE1A-4A67-A548-D0FABE79D1EF}">
      <dgm:prSet custT="1"/>
      <dgm:spPr/>
      <dgm:t>
        <a:bodyPr/>
        <a:lstStyle/>
        <a:p>
          <a:r>
            <a:rPr lang="en-US" sz="2000"/>
            <a:t>Recall for clients who defaulted</a:t>
          </a:r>
          <a:endParaRPr lang="en-US" sz="2000" dirty="0"/>
        </a:p>
      </dgm:t>
    </dgm:pt>
    <dgm:pt modelId="{B4BD1300-C333-4D3D-9C99-11E5029F3A75}" type="parTrans" cxnId="{3EF232D7-7161-455E-B192-38A33DB9203B}">
      <dgm:prSet/>
      <dgm:spPr/>
      <dgm:t>
        <a:bodyPr/>
        <a:lstStyle/>
        <a:p>
          <a:endParaRPr lang="en-US"/>
        </a:p>
      </dgm:t>
    </dgm:pt>
    <dgm:pt modelId="{1C53356A-8E00-41F9-8837-636212E6BC5F}" type="sibTrans" cxnId="{3EF232D7-7161-455E-B192-38A33DB9203B}">
      <dgm:prSet/>
      <dgm:spPr/>
      <dgm:t>
        <a:bodyPr/>
        <a:lstStyle/>
        <a:p>
          <a:endParaRPr lang="en-US"/>
        </a:p>
      </dgm:t>
    </dgm:pt>
    <dgm:pt modelId="{503FAD9A-FBBC-4DBE-8D33-48D9C2FDF74E}" type="pres">
      <dgm:prSet presAssocID="{C925148A-1B02-4528-99C7-22512A602B11}" presName="linear" presStyleCnt="0">
        <dgm:presLayoutVars>
          <dgm:animLvl val="lvl"/>
          <dgm:resizeHandles val="exact"/>
        </dgm:presLayoutVars>
      </dgm:prSet>
      <dgm:spPr/>
    </dgm:pt>
    <dgm:pt modelId="{628C5404-EA33-4D2C-A230-3CCC1B6F5A6C}" type="pres">
      <dgm:prSet presAssocID="{826CFA6D-798C-4EC3-87DF-7583C8DC34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530C88-4E48-464A-AFA8-EB2930BD9790}" type="pres">
      <dgm:prSet presAssocID="{18C42A56-BB7D-454C-BD17-7B71112CB22D}" presName="spacer" presStyleCnt="0"/>
      <dgm:spPr/>
    </dgm:pt>
    <dgm:pt modelId="{5A893B1A-CDEE-4830-B20E-1C4299F48A45}" type="pres">
      <dgm:prSet presAssocID="{02B7E20E-BDA1-4539-AF46-B784F9F527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69364C-4FA6-44AE-B546-4C0C9E5CA592}" type="pres">
      <dgm:prSet presAssocID="{02B7E20E-BDA1-4539-AF46-B784F9F527B3}" presName="childText" presStyleLbl="revTx" presStyleIdx="0" presStyleCnt="2">
        <dgm:presLayoutVars>
          <dgm:bulletEnabled val="1"/>
        </dgm:presLayoutVars>
      </dgm:prSet>
      <dgm:spPr/>
    </dgm:pt>
    <dgm:pt modelId="{A7CF6511-5154-4258-BC94-60B84EA3BF84}" type="pres">
      <dgm:prSet presAssocID="{61B6F9AD-14F0-4965-B7FF-7E69B6D3D1C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F019B0D-CE0C-4DE2-9A7A-810A0E0FA8C4}" type="pres">
      <dgm:prSet presAssocID="{61B6F9AD-14F0-4965-B7FF-7E69B6D3D1C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BDB0D08-17A0-4285-ACDE-247AC850F7C2}" srcId="{C925148A-1B02-4528-99C7-22512A602B11}" destId="{826CFA6D-798C-4EC3-87DF-7583C8DC341D}" srcOrd="0" destOrd="0" parTransId="{0B1837C3-0505-4CC2-BB5E-F2AE49BEB335}" sibTransId="{18C42A56-BB7D-454C-BD17-7B71112CB22D}"/>
    <dgm:cxn modelId="{4515C80F-2CCC-4402-AC7C-ABC81E2D8350}" srcId="{02B7E20E-BDA1-4539-AF46-B784F9F527B3}" destId="{F5F1782A-6046-46C2-8BA8-51A7ACED964D}" srcOrd="1" destOrd="0" parTransId="{A96C982B-62A2-47B3-B6D9-009A94C2E5D3}" sibTransId="{10CD3325-FB82-4590-A8E5-62A0EEE4D7EB}"/>
    <dgm:cxn modelId="{8E66802B-B28E-4031-87A7-A42A1EA4AB32}" type="presOf" srcId="{826CFA6D-798C-4EC3-87DF-7583C8DC341D}" destId="{628C5404-EA33-4D2C-A230-3CCC1B6F5A6C}" srcOrd="0" destOrd="0" presId="urn:microsoft.com/office/officeart/2005/8/layout/vList2"/>
    <dgm:cxn modelId="{7E09A247-90BA-4AB0-A9D2-BD30BA720214}" srcId="{C925148A-1B02-4528-99C7-22512A602B11}" destId="{02B7E20E-BDA1-4539-AF46-B784F9F527B3}" srcOrd="1" destOrd="0" parTransId="{4AB5E23C-59AB-41D2-85FA-B5BB38DC99C3}" sibTransId="{8930E779-3A73-443C-BB48-B3461C1A76E6}"/>
    <dgm:cxn modelId="{634C2649-F52A-402E-8C40-333CF70922A8}" srcId="{02B7E20E-BDA1-4539-AF46-B784F9F527B3}" destId="{DDEA77D7-F284-44B9-A434-0EE877681C17}" srcOrd="0" destOrd="0" parTransId="{EC056BA7-52F7-4BA8-96A7-E49D68A0537D}" sibTransId="{9ED53332-6981-404F-95B2-6987EAD4474F}"/>
    <dgm:cxn modelId="{43562E6A-C02D-4773-A826-1A96083FAD95}" type="presOf" srcId="{0DD5C9AA-4C25-4BD2-A572-B65EF4ACD82D}" destId="{2F019B0D-CE0C-4DE2-9A7A-810A0E0FA8C4}" srcOrd="0" destOrd="0" presId="urn:microsoft.com/office/officeart/2005/8/layout/vList2"/>
    <dgm:cxn modelId="{92A0A44C-75A2-4430-8C2F-9A990B22C1E2}" srcId="{61B6F9AD-14F0-4965-B7FF-7E69B6D3D1C8}" destId="{DDB12B80-099B-4085-ABA0-B752CDB8E0BD}" srcOrd="1" destOrd="0" parTransId="{DE1EC4E8-DC74-4E4B-8F79-2D26027C1610}" sibTransId="{B801368A-A7EE-4DA5-8EC3-5F12FEEA6BEB}"/>
    <dgm:cxn modelId="{B234354D-3B28-471D-89BD-DED0BA7DB87A}" srcId="{02B7E20E-BDA1-4539-AF46-B784F9F527B3}" destId="{6C891EB0-C736-4427-944A-86901EC3978A}" srcOrd="2" destOrd="0" parTransId="{5D82A394-00F8-4ACB-B7C3-896E5E039A7D}" sibTransId="{158579FB-45DD-4FDC-AEF2-0419B72DCD7F}"/>
    <dgm:cxn modelId="{9DC21671-FFBA-47CC-8B4C-5E18B13F11DB}" type="presOf" srcId="{DDB12B80-099B-4085-ABA0-B752CDB8E0BD}" destId="{2F019B0D-CE0C-4DE2-9A7A-810A0E0FA8C4}" srcOrd="0" destOrd="1" presId="urn:microsoft.com/office/officeart/2005/8/layout/vList2"/>
    <dgm:cxn modelId="{E7D4F782-FC0B-44D9-9A0C-8BBB8E7EF704}" type="presOf" srcId="{C925148A-1B02-4528-99C7-22512A602B11}" destId="{503FAD9A-FBBC-4DBE-8D33-48D9C2FDF74E}" srcOrd="0" destOrd="0" presId="urn:microsoft.com/office/officeart/2005/8/layout/vList2"/>
    <dgm:cxn modelId="{31038BA8-A409-4126-8416-4435E5448DBF}" type="presOf" srcId="{DDEA77D7-F284-44B9-A434-0EE877681C17}" destId="{A369364C-4FA6-44AE-B546-4C0C9E5CA592}" srcOrd="0" destOrd="0" presId="urn:microsoft.com/office/officeart/2005/8/layout/vList2"/>
    <dgm:cxn modelId="{2D03DFB6-53C4-46C5-8D91-61D5DCDDB55D}" type="presOf" srcId="{6C891EB0-C736-4427-944A-86901EC3978A}" destId="{A369364C-4FA6-44AE-B546-4C0C9E5CA592}" srcOrd="0" destOrd="2" presId="urn:microsoft.com/office/officeart/2005/8/layout/vList2"/>
    <dgm:cxn modelId="{30EAACC5-02A6-490B-BFA7-EB5CECFD6C09}" srcId="{C925148A-1B02-4528-99C7-22512A602B11}" destId="{61B6F9AD-14F0-4965-B7FF-7E69B6D3D1C8}" srcOrd="2" destOrd="0" parTransId="{DCF71502-51CA-479F-9A03-72174F569667}" sibTransId="{45E4CCE4-6B82-4456-A28A-788231C98EF2}"/>
    <dgm:cxn modelId="{C3BF60CA-9645-4EB8-BBD9-2DAAF68493E4}" type="presOf" srcId="{F5F1782A-6046-46C2-8BA8-51A7ACED964D}" destId="{A369364C-4FA6-44AE-B546-4C0C9E5CA592}" srcOrd="0" destOrd="1" presId="urn:microsoft.com/office/officeart/2005/8/layout/vList2"/>
    <dgm:cxn modelId="{CBB1C7CD-1EF3-4C55-8C6E-C04F7E037629}" type="presOf" srcId="{61B6F9AD-14F0-4965-B7FF-7E69B6D3D1C8}" destId="{A7CF6511-5154-4258-BC94-60B84EA3BF84}" srcOrd="0" destOrd="0" presId="urn:microsoft.com/office/officeart/2005/8/layout/vList2"/>
    <dgm:cxn modelId="{3EF232D7-7161-455E-B192-38A33DB9203B}" srcId="{61B6F9AD-14F0-4965-B7FF-7E69B6D3D1C8}" destId="{64C3BFAF-EE1A-4A67-A548-D0FABE79D1EF}" srcOrd="2" destOrd="0" parTransId="{B4BD1300-C333-4D3D-9C99-11E5029F3A75}" sibTransId="{1C53356A-8E00-41F9-8837-636212E6BC5F}"/>
    <dgm:cxn modelId="{7BC7E8E0-1687-41F2-B3BB-FD5E73D6ABD2}" type="presOf" srcId="{64C3BFAF-EE1A-4A67-A548-D0FABE79D1EF}" destId="{2F019B0D-CE0C-4DE2-9A7A-810A0E0FA8C4}" srcOrd="0" destOrd="2" presId="urn:microsoft.com/office/officeart/2005/8/layout/vList2"/>
    <dgm:cxn modelId="{DF17ECF3-EDFD-4F44-A7D0-91F4F9410205}" srcId="{61B6F9AD-14F0-4965-B7FF-7E69B6D3D1C8}" destId="{0DD5C9AA-4C25-4BD2-A572-B65EF4ACD82D}" srcOrd="0" destOrd="0" parTransId="{470BE993-0FD5-4AAB-A56F-8ED4EE8CE649}" sibTransId="{3A643C83-B927-4C8C-A97C-3B8EB2F0942E}"/>
    <dgm:cxn modelId="{BC7206F5-F091-4D99-B169-ECE2F556F6BF}" type="presOf" srcId="{02B7E20E-BDA1-4539-AF46-B784F9F527B3}" destId="{5A893B1A-CDEE-4830-B20E-1C4299F48A45}" srcOrd="0" destOrd="0" presId="urn:microsoft.com/office/officeart/2005/8/layout/vList2"/>
    <dgm:cxn modelId="{2A190DED-B61E-48E7-9376-146F0723E38C}" type="presParOf" srcId="{503FAD9A-FBBC-4DBE-8D33-48D9C2FDF74E}" destId="{628C5404-EA33-4D2C-A230-3CCC1B6F5A6C}" srcOrd="0" destOrd="0" presId="urn:microsoft.com/office/officeart/2005/8/layout/vList2"/>
    <dgm:cxn modelId="{831C7CED-009F-4C65-B7B7-9199EDD1B164}" type="presParOf" srcId="{503FAD9A-FBBC-4DBE-8D33-48D9C2FDF74E}" destId="{4C530C88-4E48-464A-AFA8-EB2930BD9790}" srcOrd="1" destOrd="0" presId="urn:microsoft.com/office/officeart/2005/8/layout/vList2"/>
    <dgm:cxn modelId="{ACCAE4EA-B36F-4AB4-B39B-1526A5AD53FA}" type="presParOf" srcId="{503FAD9A-FBBC-4DBE-8D33-48D9C2FDF74E}" destId="{5A893B1A-CDEE-4830-B20E-1C4299F48A45}" srcOrd="2" destOrd="0" presId="urn:microsoft.com/office/officeart/2005/8/layout/vList2"/>
    <dgm:cxn modelId="{4900AAC9-0F2F-4477-A832-F19A1449D6B1}" type="presParOf" srcId="{503FAD9A-FBBC-4DBE-8D33-48D9C2FDF74E}" destId="{A369364C-4FA6-44AE-B546-4C0C9E5CA592}" srcOrd="3" destOrd="0" presId="urn:microsoft.com/office/officeart/2005/8/layout/vList2"/>
    <dgm:cxn modelId="{7BF65924-E52A-48B8-A949-01997CE83FFC}" type="presParOf" srcId="{503FAD9A-FBBC-4DBE-8D33-48D9C2FDF74E}" destId="{A7CF6511-5154-4258-BC94-60B84EA3BF84}" srcOrd="4" destOrd="0" presId="urn:microsoft.com/office/officeart/2005/8/layout/vList2"/>
    <dgm:cxn modelId="{ABB103EC-4DED-44EF-A33F-35EDDD13F263}" type="presParOf" srcId="{503FAD9A-FBBC-4DBE-8D33-48D9C2FDF74E}" destId="{2F019B0D-CE0C-4DE2-9A7A-810A0E0FA8C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91C6DA-24C0-4F3C-9D16-01719F32E37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10C3C1-E36E-4D47-8021-0CE3C1FCB285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Presenting the results</a:t>
          </a:r>
        </a:p>
      </dgm:t>
    </dgm:pt>
    <dgm:pt modelId="{67BA06D0-A507-4C1B-B451-9DBE7479E8CC}" type="parTrans" cxnId="{60CD5EBC-5196-44B4-B2A7-F5D22D34F283}">
      <dgm:prSet/>
      <dgm:spPr/>
      <dgm:t>
        <a:bodyPr/>
        <a:lstStyle/>
        <a:p>
          <a:endParaRPr lang="en-US"/>
        </a:p>
      </dgm:t>
    </dgm:pt>
    <dgm:pt modelId="{E3D86DC9-18BA-4106-A3EB-3A4F9C9108DC}" type="sibTrans" cxnId="{60CD5EBC-5196-44B4-B2A7-F5D22D34F283}">
      <dgm:prSet/>
      <dgm:spPr/>
      <dgm:t>
        <a:bodyPr/>
        <a:lstStyle/>
        <a:p>
          <a:endParaRPr lang="en-US"/>
        </a:p>
      </dgm:t>
    </dgm:pt>
    <dgm:pt modelId="{17892AEA-CFA5-4E40-9557-200ED7718617}">
      <dgm:prSet custT="1"/>
      <dgm:spPr/>
      <dgm:t>
        <a:bodyPr/>
        <a:lstStyle/>
        <a:p>
          <a:r>
            <a:rPr lang="en-US" sz="2000" dirty="0"/>
            <a:t>Helpful to see predictions made and evaluate performance</a:t>
          </a:r>
        </a:p>
      </dgm:t>
    </dgm:pt>
    <dgm:pt modelId="{5FF7A9BB-434C-428B-BFF0-8F5CD8297252}" type="parTrans" cxnId="{9B2BA152-78A5-4570-9167-F48C7BF0B28E}">
      <dgm:prSet/>
      <dgm:spPr/>
      <dgm:t>
        <a:bodyPr/>
        <a:lstStyle/>
        <a:p>
          <a:endParaRPr lang="en-US"/>
        </a:p>
      </dgm:t>
    </dgm:pt>
    <dgm:pt modelId="{527FA09C-7429-4BDD-A292-674320796166}" type="sibTrans" cxnId="{9B2BA152-78A5-4570-9167-F48C7BF0B28E}">
      <dgm:prSet/>
      <dgm:spPr/>
      <dgm:t>
        <a:bodyPr/>
        <a:lstStyle/>
        <a:p>
          <a:endParaRPr lang="en-US"/>
        </a:p>
      </dgm:t>
    </dgm:pt>
    <dgm:pt modelId="{A2861822-BB1B-4834-B426-039671116673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Deep learning model reported scores</a:t>
          </a:r>
        </a:p>
      </dgm:t>
    </dgm:pt>
    <dgm:pt modelId="{693FF994-AA63-49F3-8D71-625DBCE9EF89}" type="parTrans" cxnId="{743C943C-B4DB-40F8-84AC-D687D32DF5AA}">
      <dgm:prSet/>
      <dgm:spPr/>
      <dgm:t>
        <a:bodyPr/>
        <a:lstStyle/>
        <a:p>
          <a:endParaRPr lang="en-US"/>
        </a:p>
      </dgm:t>
    </dgm:pt>
    <dgm:pt modelId="{06BCEE0E-1286-4723-94FA-1E99D151EC22}" type="sibTrans" cxnId="{743C943C-B4DB-40F8-84AC-D687D32DF5AA}">
      <dgm:prSet/>
      <dgm:spPr/>
      <dgm:t>
        <a:bodyPr/>
        <a:lstStyle/>
        <a:p>
          <a:endParaRPr lang="en-US"/>
        </a:p>
      </dgm:t>
    </dgm:pt>
    <dgm:pt modelId="{22308FA8-A21D-4FAF-BD56-72A152A73BDD}">
      <dgm:prSet custT="1"/>
      <dgm:spPr>
        <a:solidFill>
          <a:srgbClr val="002060"/>
        </a:solidFill>
      </dgm:spPr>
      <dgm:t>
        <a:bodyPr/>
        <a:lstStyle/>
        <a:p>
          <a:r>
            <a:rPr lang="en-US" sz="2400" dirty="0"/>
            <a:t>Reflection</a:t>
          </a:r>
        </a:p>
      </dgm:t>
    </dgm:pt>
    <dgm:pt modelId="{72C82D71-8947-4264-82D0-4D299C61D18A}" type="parTrans" cxnId="{5531DBD5-9D71-4EE1-B8BC-4C9497CC8205}">
      <dgm:prSet/>
      <dgm:spPr/>
      <dgm:t>
        <a:bodyPr/>
        <a:lstStyle/>
        <a:p>
          <a:endParaRPr lang="en-US"/>
        </a:p>
      </dgm:t>
    </dgm:pt>
    <dgm:pt modelId="{FAF8AFFD-BC9A-4560-9225-C0314D354683}" type="sibTrans" cxnId="{5531DBD5-9D71-4EE1-B8BC-4C9497CC8205}">
      <dgm:prSet/>
      <dgm:spPr/>
      <dgm:t>
        <a:bodyPr/>
        <a:lstStyle/>
        <a:p>
          <a:endParaRPr lang="en-US"/>
        </a:p>
      </dgm:t>
    </dgm:pt>
    <dgm:pt modelId="{2D498A16-9036-412A-9972-DF4FF7F4E5DD}">
      <dgm:prSet custT="1"/>
      <dgm:spPr/>
      <dgm:t>
        <a:bodyPr/>
        <a:lstStyle/>
        <a:p>
          <a:r>
            <a:rPr lang="en-US" sz="2000" dirty="0"/>
            <a:t>Accuracy score of 85%</a:t>
          </a:r>
        </a:p>
      </dgm:t>
    </dgm:pt>
    <dgm:pt modelId="{F82BF646-9D75-4FC3-AFF9-4B3212669FB2}" type="parTrans" cxnId="{22FD077B-86FB-432E-9942-F2C48E922126}">
      <dgm:prSet/>
      <dgm:spPr/>
      <dgm:t>
        <a:bodyPr/>
        <a:lstStyle/>
        <a:p>
          <a:endParaRPr lang="en-US"/>
        </a:p>
      </dgm:t>
    </dgm:pt>
    <dgm:pt modelId="{FAA30B36-C5CC-44D5-A0D5-CA4FFC81DDCE}" type="sibTrans" cxnId="{22FD077B-86FB-432E-9942-F2C48E922126}">
      <dgm:prSet/>
      <dgm:spPr/>
      <dgm:t>
        <a:bodyPr/>
        <a:lstStyle/>
        <a:p>
          <a:endParaRPr lang="en-US"/>
        </a:p>
      </dgm:t>
    </dgm:pt>
    <dgm:pt modelId="{933AF568-BDF3-47D7-AB71-FD5160344581}">
      <dgm:prSet custT="1"/>
      <dgm:spPr/>
      <dgm:t>
        <a:bodyPr/>
        <a:lstStyle/>
        <a:p>
          <a:r>
            <a:rPr lang="en-US" sz="2000" dirty="0"/>
            <a:t>Recall score of 29.41%</a:t>
          </a:r>
        </a:p>
      </dgm:t>
    </dgm:pt>
    <dgm:pt modelId="{93B7D73E-510D-4914-A36B-22B3566B8B7B}" type="parTrans" cxnId="{43E223EC-735C-44ED-BA41-EA30F9663778}">
      <dgm:prSet/>
      <dgm:spPr/>
      <dgm:t>
        <a:bodyPr/>
        <a:lstStyle/>
        <a:p>
          <a:endParaRPr lang="en-US"/>
        </a:p>
      </dgm:t>
    </dgm:pt>
    <dgm:pt modelId="{DA4AA172-AAA0-4970-BF01-4A3BE1505402}" type="sibTrans" cxnId="{43E223EC-735C-44ED-BA41-EA30F9663778}">
      <dgm:prSet/>
      <dgm:spPr/>
      <dgm:t>
        <a:bodyPr/>
        <a:lstStyle/>
        <a:p>
          <a:endParaRPr lang="en-US"/>
        </a:p>
      </dgm:t>
    </dgm:pt>
    <dgm:pt modelId="{E478C2B0-8641-4156-9BB7-09BB4FF4D3ED}">
      <dgm:prSet custT="1"/>
      <dgm:spPr/>
      <dgm:t>
        <a:bodyPr/>
        <a:lstStyle/>
        <a:p>
          <a:r>
            <a:rPr lang="en-US" sz="2000" dirty="0"/>
            <a:t>Model is pretty accurate in predicting whether an applicant will default</a:t>
          </a:r>
        </a:p>
      </dgm:t>
    </dgm:pt>
    <dgm:pt modelId="{BDA02696-E564-45C0-A1E8-F24628B087DA}" type="parTrans" cxnId="{F75B4072-B799-48A7-97BE-87329E928AAD}">
      <dgm:prSet/>
      <dgm:spPr/>
      <dgm:t>
        <a:bodyPr/>
        <a:lstStyle/>
        <a:p>
          <a:endParaRPr lang="en-US"/>
        </a:p>
      </dgm:t>
    </dgm:pt>
    <dgm:pt modelId="{FAC8F1B3-0FCE-4E58-887E-F83EDB16B806}" type="sibTrans" cxnId="{F75B4072-B799-48A7-97BE-87329E928AAD}">
      <dgm:prSet/>
      <dgm:spPr/>
      <dgm:t>
        <a:bodyPr/>
        <a:lstStyle/>
        <a:p>
          <a:endParaRPr lang="en-US"/>
        </a:p>
      </dgm:t>
    </dgm:pt>
    <dgm:pt modelId="{963A938B-0B9D-4C2B-8A1C-F67B4518BEEA}">
      <dgm:prSet phldrT="[Text]" custT="1"/>
      <dgm:spPr/>
      <dgm:t>
        <a:bodyPr/>
        <a:lstStyle/>
        <a:p>
          <a:r>
            <a:rPr lang="en-US" sz="2000" dirty="0"/>
            <a:t>Used a confusion matrix</a:t>
          </a:r>
        </a:p>
      </dgm:t>
    </dgm:pt>
    <dgm:pt modelId="{D07F2348-5486-441D-9DEB-197E79D75E12}" type="parTrans" cxnId="{8668FE47-B8EA-4B2E-B255-7924FA482DE6}">
      <dgm:prSet/>
      <dgm:spPr/>
      <dgm:t>
        <a:bodyPr/>
        <a:lstStyle/>
        <a:p>
          <a:endParaRPr lang="en-US"/>
        </a:p>
      </dgm:t>
    </dgm:pt>
    <dgm:pt modelId="{AC2A317D-5547-4FF3-98F3-8C2DF45ADDAB}" type="sibTrans" cxnId="{8668FE47-B8EA-4B2E-B255-7924FA482DE6}">
      <dgm:prSet/>
      <dgm:spPr/>
      <dgm:t>
        <a:bodyPr/>
        <a:lstStyle/>
        <a:p>
          <a:endParaRPr lang="en-US"/>
        </a:p>
      </dgm:t>
    </dgm:pt>
    <dgm:pt modelId="{990B8E9F-A7A1-4FB5-A0DF-C758BDDE9CF9}">
      <dgm:prSet custT="1"/>
      <dgm:spPr/>
      <dgm:t>
        <a:bodyPr/>
        <a:lstStyle/>
        <a:p>
          <a:r>
            <a:rPr lang="en-US" sz="2000" dirty="0"/>
            <a:t>Struggles to identify who would truly default</a:t>
          </a:r>
        </a:p>
      </dgm:t>
    </dgm:pt>
    <dgm:pt modelId="{DD9B8AA3-7965-4E83-B67D-C715F1B79E7B}" type="parTrans" cxnId="{1A5BD359-29A9-461F-A776-4F742A8A6E4A}">
      <dgm:prSet/>
      <dgm:spPr/>
      <dgm:t>
        <a:bodyPr/>
        <a:lstStyle/>
        <a:p>
          <a:endParaRPr lang="en-US"/>
        </a:p>
      </dgm:t>
    </dgm:pt>
    <dgm:pt modelId="{30450476-BC7E-4A6C-A59A-E7FC70E03EF4}" type="sibTrans" cxnId="{1A5BD359-29A9-461F-A776-4F742A8A6E4A}">
      <dgm:prSet/>
      <dgm:spPr/>
      <dgm:t>
        <a:bodyPr/>
        <a:lstStyle/>
        <a:p>
          <a:endParaRPr lang="en-US"/>
        </a:p>
      </dgm:t>
    </dgm:pt>
    <dgm:pt modelId="{21EEBB64-037D-4B03-993F-B348699B92C7}" type="pres">
      <dgm:prSet presAssocID="{CA91C6DA-24C0-4F3C-9D16-01719F32E376}" presName="Name0" presStyleCnt="0">
        <dgm:presLayoutVars>
          <dgm:dir/>
          <dgm:animLvl val="lvl"/>
          <dgm:resizeHandles val="exact"/>
        </dgm:presLayoutVars>
      </dgm:prSet>
      <dgm:spPr/>
    </dgm:pt>
    <dgm:pt modelId="{F1E959C6-D5FC-44E1-BFEF-CBF4849CFE69}" type="pres">
      <dgm:prSet presAssocID="{6D10C3C1-E36E-4D47-8021-0CE3C1FCB285}" presName="composite" presStyleCnt="0"/>
      <dgm:spPr/>
    </dgm:pt>
    <dgm:pt modelId="{605447B7-8170-417A-B183-3449576EA283}" type="pres">
      <dgm:prSet presAssocID="{6D10C3C1-E36E-4D47-8021-0CE3C1FCB28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230D539-0705-46B8-8157-1CC2D9006C44}" type="pres">
      <dgm:prSet presAssocID="{6D10C3C1-E36E-4D47-8021-0CE3C1FCB285}" presName="desTx" presStyleLbl="alignAccFollowNode1" presStyleIdx="0" presStyleCnt="3">
        <dgm:presLayoutVars>
          <dgm:bulletEnabled val="1"/>
        </dgm:presLayoutVars>
      </dgm:prSet>
      <dgm:spPr/>
    </dgm:pt>
    <dgm:pt modelId="{4136558C-E2E6-48BF-A198-E560C1E843CD}" type="pres">
      <dgm:prSet presAssocID="{E3D86DC9-18BA-4106-A3EB-3A4F9C9108DC}" presName="space" presStyleCnt="0"/>
      <dgm:spPr/>
    </dgm:pt>
    <dgm:pt modelId="{546344F6-087B-43A3-8C80-2BD9C694C93F}" type="pres">
      <dgm:prSet presAssocID="{A2861822-BB1B-4834-B426-039671116673}" presName="composite" presStyleCnt="0"/>
      <dgm:spPr/>
    </dgm:pt>
    <dgm:pt modelId="{93095AD1-36EC-4756-9D7F-1FCE9C754034}" type="pres">
      <dgm:prSet presAssocID="{A2861822-BB1B-4834-B426-03967111667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F08E1A9-DA3F-4ABE-A8DC-84736EEA6E3C}" type="pres">
      <dgm:prSet presAssocID="{A2861822-BB1B-4834-B426-039671116673}" presName="desTx" presStyleLbl="alignAccFollowNode1" presStyleIdx="1" presStyleCnt="3">
        <dgm:presLayoutVars>
          <dgm:bulletEnabled val="1"/>
        </dgm:presLayoutVars>
      </dgm:prSet>
      <dgm:spPr/>
    </dgm:pt>
    <dgm:pt modelId="{D4C76BB3-787C-45C5-8924-CECFFB1595E8}" type="pres">
      <dgm:prSet presAssocID="{06BCEE0E-1286-4723-94FA-1E99D151EC22}" presName="space" presStyleCnt="0"/>
      <dgm:spPr/>
    </dgm:pt>
    <dgm:pt modelId="{D26F10F2-B844-4138-A4AD-DD2ED35CFD18}" type="pres">
      <dgm:prSet presAssocID="{22308FA8-A21D-4FAF-BD56-72A152A73BDD}" presName="composite" presStyleCnt="0"/>
      <dgm:spPr/>
    </dgm:pt>
    <dgm:pt modelId="{1D162E0A-34EC-409F-904A-463BD3C74206}" type="pres">
      <dgm:prSet presAssocID="{22308FA8-A21D-4FAF-BD56-72A152A73BD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CF4C4D9-1A95-45B8-93E4-CFB347C319E7}" type="pres">
      <dgm:prSet presAssocID="{22308FA8-A21D-4FAF-BD56-72A152A73BD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EF4EC02-F698-493E-B04F-6E5C6A066FAF}" type="presOf" srcId="{2D498A16-9036-412A-9972-DF4FF7F4E5DD}" destId="{9F08E1A9-DA3F-4ABE-A8DC-84736EEA6E3C}" srcOrd="0" destOrd="0" presId="urn:microsoft.com/office/officeart/2005/8/layout/hList1"/>
    <dgm:cxn modelId="{7B5BAA1D-08FB-4F3E-8C0A-023B4042D656}" type="presOf" srcId="{22308FA8-A21D-4FAF-BD56-72A152A73BDD}" destId="{1D162E0A-34EC-409F-904A-463BD3C74206}" srcOrd="0" destOrd="0" presId="urn:microsoft.com/office/officeart/2005/8/layout/hList1"/>
    <dgm:cxn modelId="{BF684529-586D-41F4-A5B7-F4EE3AFADC25}" type="presOf" srcId="{990B8E9F-A7A1-4FB5-A0DF-C758BDDE9CF9}" destId="{9CF4C4D9-1A95-45B8-93E4-CFB347C319E7}" srcOrd="0" destOrd="1" presId="urn:microsoft.com/office/officeart/2005/8/layout/hList1"/>
    <dgm:cxn modelId="{C8058F31-0D1D-4EE8-9E86-078AC2B65790}" type="presOf" srcId="{933AF568-BDF3-47D7-AB71-FD5160344581}" destId="{9F08E1A9-DA3F-4ABE-A8DC-84736EEA6E3C}" srcOrd="0" destOrd="1" presId="urn:microsoft.com/office/officeart/2005/8/layout/hList1"/>
    <dgm:cxn modelId="{743C943C-B4DB-40F8-84AC-D687D32DF5AA}" srcId="{CA91C6DA-24C0-4F3C-9D16-01719F32E376}" destId="{A2861822-BB1B-4834-B426-039671116673}" srcOrd="1" destOrd="0" parTransId="{693FF994-AA63-49F3-8D71-625DBCE9EF89}" sibTransId="{06BCEE0E-1286-4723-94FA-1E99D151EC22}"/>
    <dgm:cxn modelId="{8668FE47-B8EA-4B2E-B255-7924FA482DE6}" srcId="{6D10C3C1-E36E-4D47-8021-0CE3C1FCB285}" destId="{963A938B-0B9D-4C2B-8A1C-F67B4518BEEA}" srcOrd="0" destOrd="0" parTransId="{D07F2348-5486-441D-9DEB-197E79D75E12}" sibTransId="{AC2A317D-5547-4FF3-98F3-8C2DF45ADDAB}"/>
    <dgm:cxn modelId="{F75B4072-B799-48A7-97BE-87329E928AAD}" srcId="{22308FA8-A21D-4FAF-BD56-72A152A73BDD}" destId="{E478C2B0-8641-4156-9BB7-09BB4FF4D3ED}" srcOrd="0" destOrd="0" parTransId="{BDA02696-E564-45C0-A1E8-F24628B087DA}" sibTransId="{FAC8F1B3-0FCE-4E58-887E-F83EDB16B806}"/>
    <dgm:cxn modelId="{9B2BA152-78A5-4570-9167-F48C7BF0B28E}" srcId="{6D10C3C1-E36E-4D47-8021-0CE3C1FCB285}" destId="{17892AEA-CFA5-4E40-9557-200ED7718617}" srcOrd="1" destOrd="0" parTransId="{5FF7A9BB-434C-428B-BFF0-8F5CD8297252}" sibTransId="{527FA09C-7429-4BDD-A292-674320796166}"/>
    <dgm:cxn modelId="{0DD01F75-27D1-4F92-AFAC-B29F6B3358B7}" type="presOf" srcId="{A2861822-BB1B-4834-B426-039671116673}" destId="{93095AD1-36EC-4756-9D7F-1FCE9C754034}" srcOrd="0" destOrd="0" presId="urn:microsoft.com/office/officeart/2005/8/layout/hList1"/>
    <dgm:cxn modelId="{47A0D855-4E7B-4E64-A37B-33DF1316D981}" type="presOf" srcId="{6D10C3C1-E36E-4D47-8021-0CE3C1FCB285}" destId="{605447B7-8170-417A-B183-3449576EA283}" srcOrd="0" destOrd="0" presId="urn:microsoft.com/office/officeart/2005/8/layout/hList1"/>
    <dgm:cxn modelId="{1A5BD359-29A9-461F-A776-4F742A8A6E4A}" srcId="{22308FA8-A21D-4FAF-BD56-72A152A73BDD}" destId="{990B8E9F-A7A1-4FB5-A0DF-C758BDDE9CF9}" srcOrd="1" destOrd="0" parTransId="{DD9B8AA3-7965-4E83-B67D-C715F1B79E7B}" sibTransId="{30450476-BC7E-4A6C-A59A-E7FC70E03EF4}"/>
    <dgm:cxn modelId="{22FD077B-86FB-432E-9942-F2C48E922126}" srcId="{A2861822-BB1B-4834-B426-039671116673}" destId="{2D498A16-9036-412A-9972-DF4FF7F4E5DD}" srcOrd="0" destOrd="0" parTransId="{F82BF646-9D75-4FC3-AFF9-4B3212669FB2}" sibTransId="{FAA30B36-C5CC-44D5-A0D5-CA4FFC81DDCE}"/>
    <dgm:cxn modelId="{336ED58E-6905-43B9-BCA7-4072722A30C3}" type="presOf" srcId="{CA91C6DA-24C0-4F3C-9D16-01719F32E376}" destId="{21EEBB64-037D-4B03-993F-B348699B92C7}" srcOrd="0" destOrd="0" presId="urn:microsoft.com/office/officeart/2005/8/layout/hList1"/>
    <dgm:cxn modelId="{7736A89D-6AC8-4294-9832-1B8D62DCB214}" type="presOf" srcId="{E478C2B0-8641-4156-9BB7-09BB4FF4D3ED}" destId="{9CF4C4D9-1A95-45B8-93E4-CFB347C319E7}" srcOrd="0" destOrd="0" presId="urn:microsoft.com/office/officeart/2005/8/layout/hList1"/>
    <dgm:cxn modelId="{203A75B8-FC51-4AEF-B58F-43EC4D229B5A}" type="presOf" srcId="{963A938B-0B9D-4C2B-8A1C-F67B4518BEEA}" destId="{A230D539-0705-46B8-8157-1CC2D9006C44}" srcOrd="0" destOrd="0" presId="urn:microsoft.com/office/officeart/2005/8/layout/hList1"/>
    <dgm:cxn modelId="{60CD5EBC-5196-44B4-B2A7-F5D22D34F283}" srcId="{CA91C6DA-24C0-4F3C-9D16-01719F32E376}" destId="{6D10C3C1-E36E-4D47-8021-0CE3C1FCB285}" srcOrd="0" destOrd="0" parTransId="{67BA06D0-A507-4C1B-B451-9DBE7479E8CC}" sibTransId="{E3D86DC9-18BA-4106-A3EB-3A4F9C9108DC}"/>
    <dgm:cxn modelId="{5531DBD5-9D71-4EE1-B8BC-4C9497CC8205}" srcId="{CA91C6DA-24C0-4F3C-9D16-01719F32E376}" destId="{22308FA8-A21D-4FAF-BD56-72A152A73BDD}" srcOrd="2" destOrd="0" parTransId="{72C82D71-8947-4264-82D0-4D299C61D18A}" sibTransId="{FAF8AFFD-BC9A-4560-9225-C0314D354683}"/>
    <dgm:cxn modelId="{EE91FFE3-5F74-4786-89D9-9B82F461438F}" type="presOf" srcId="{17892AEA-CFA5-4E40-9557-200ED7718617}" destId="{A230D539-0705-46B8-8157-1CC2D9006C44}" srcOrd="0" destOrd="1" presId="urn:microsoft.com/office/officeart/2005/8/layout/hList1"/>
    <dgm:cxn modelId="{43E223EC-735C-44ED-BA41-EA30F9663778}" srcId="{A2861822-BB1B-4834-B426-039671116673}" destId="{933AF568-BDF3-47D7-AB71-FD5160344581}" srcOrd="1" destOrd="0" parTransId="{93B7D73E-510D-4914-A36B-22B3566B8B7B}" sibTransId="{DA4AA172-AAA0-4970-BF01-4A3BE1505402}"/>
    <dgm:cxn modelId="{D5366AB9-682A-4714-8AEC-380ECED67926}" type="presParOf" srcId="{21EEBB64-037D-4B03-993F-B348699B92C7}" destId="{F1E959C6-D5FC-44E1-BFEF-CBF4849CFE69}" srcOrd="0" destOrd="0" presId="urn:microsoft.com/office/officeart/2005/8/layout/hList1"/>
    <dgm:cxn modelId="{A842F4ED-E86D-4AD6-A569-1CE174947887}" type="presParOf" srcId="{F1E959C6-D5FC-44E1-BFEF-CBF4849CFE69}" destId="{605447B7-8170-417A-B183-3449576EA283}" srcOrd="0" destOrd="0" presId="urn:microsoft.com/office/officeart/2005/8/layout/hList1"/>
    <dgm:cxn modelId="{C1AB387E-FF7D-4A1F-B39B-8410535B73AD}" type="presParOf" srcId="{F1E959C6-D5FC-44E1-BFEF-CBF4849CFE69}" destId="{A230D539-0705-46B8-8157-1CC2D9006C44}" srcOrd="1" destOrd="0" presId="urn:microsoft.com/office/officeart/2005/8/layout/hList1"/>
    <dgm:cxn modelId="{144496CB-D166-4E69-856A-2E387ED208E2}" type="presParOf" srcId="{21EEBB64-037D-4B03-993F-B348699B92C7}" destId="{4136558C-E2E6-48BF-A198-E560C1E843CD}" srcOrd="1" destOrd="0" presId="urn:microsoft.com/office/officeart/2005/8/layout/hList1"/>
    <dgm:cxn modelId="{716E3239-176C-4141-AA23-5885191AC95B}" type="presParOf" srcId="{21EEBB64-037D-4B03-993F-B348699B92C7}" destId="{546344F6-087B-43A3-8C80-2BD9C694C93F}" srcOrd="2" destOrd="0" presId="urn:microsoft.com/office/officeart/2005/8/layout/hList1"/>
    <dgm:cxn modelId="{BF87C21E-9D79-49FA-8E47-42830CCC6995}" type="presParOf" srcId="{546344F6-087B-43A3-8C80-2BD9C694C93F}" destId="{93095AD1-36EC-4756-9D7F-1FCE9C754034}" srcOrd="0" destOrd="0" presId="urn:microsoft.com/office/officeart/2005/8/layout/hList1"/>
    <dgm:cxn modelId="{9392FB38-AECD-4744-AE69-DEF4C8E8AEA6}" type="presParOf" srcId="{546344F6-087B-43A3-8C80-2BD9C694C93F}" destId="{9F08E1A9-DA3F-4ABE-A8DC-84736EEA6E3C}" srcOrd="1" destOrd="0" presId="urn:microsoft.com/office/officeart/2005/8/layout/hList1"/>
    <dgm:cxn modelId="{7D9F883E-6F08-47A1-A5D3-C23424E7D86E}" type="presParOf" srcId="{21EEBB64-037D-4B03-993F-B348699B92C7}" destId="{D4C76BB3-787C-45C5-8924-CECFFB1595E8}" srcOrd="3" destOrd="0" presId="urn:microsoft.com/office/officeart/2005/8/layout/hList1"/>
    <dgm:cxn modelId="{47F5118F-2F40-43FF-B1C8-4B9BB9F4F185}" type="presParOf" srcId="{21EEBB64-037D-4B03-993F-B348699B92C7}" destId="{D26F10F2-B844-4138-A4AD-DD2ED35CFD18}" srcOrd="4" destOrd="0" presId="urn:microsoft.com/office/officeart/2005/8/layout/hList1"/>
    <dgm:cxn modelId="{1F97BA83-7C9B-4513-9989-CF8B58E11433}" type="presParOf" srcId="{D26F10F2-B844-4138-A4AD-DD2ED35CFD18}" destId="{1D162E0A-34EC-409F-904A-463BD3C74206}" srcOrd="0" destOrd="0" presId="urn:microsoft.com/office/officeart/2005/8/layout/hList1"/>
    <dgm:cxn modelId="{167EAF52-1E56-49B5-8DD3-F3E82707D68E}" type="presParOf" srcId="{D26F10F2-B844-4138-A4AD-DD2ED35CFD18}" destId="{9CF4C4D9-1A95-45B8-93E4-CFB347C319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F3AC7AC-64F7-460F-9928-7281BCCD1A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FCFED0-9D04-4F14-B41B-4ECEEBE2CBF7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Deep learning strengths and weaknesses</a:t>
          </a:r>
        </a:p>
      </dgm:t>
    </dgm:pt>
    <dgm:pt modelId="{6641C0F0-1F1D-4485-99E3-6262A7263FDF}" type="parTrans" cxnId="{9E362334-097A-40B4-9A95-A97624B88696}">
      <dgm:prSet/>
      <dgm:spPr/>
      <dgm:t>
        <a:bodyPr/>
        <a:lstStyle/>
        <a:p>
          <a:endParaRPr lang="en-US"/>
        </a:p>
      </dgm:t>
    </dgm:pt>
    <dgm:pt modelId="{2932B596-C50E-406B-9A62-B39295818AA2}" type="sibTrans" cxnId="{9E362334-097A-40B4-9A95-A97624B88696}">
      <dgm:prSet/>
      <dgm:spPr/>
      <dgm:t>
        <a:bodyPr/>
        <a:lstStyle/>
        <a:p>
          <a:endParaRPr lang="en-US"/>
        </a:p>
      </dgm:t>
    </dgm:pt>
    <dgm:pt modelId="{76426982-8164-4F5E-BD40-8415E32893FB}">
      <dgm:prSet custT="1"/>
      <dgm:spPr>
        <a:solidFill>
          <a:srgbClr val="002060"/>
        </a:solidFill>
      </dgm:spPr>
      <dgm:t>
        <a:bodyPr/>
        <a:lstStyle/>
        <a:p>
          <a:r>
            <a:rPr lang="en-US" sz="2800" dirty="0"/>
            <a:t>Deep learning is a mediocre model to predict a default with this data</a:t>
          </a:r>
        </a:p>
      </dgm:t>
    </dgm:pt>
    <dgm:pt modelId="{A84710CA-F778-4D27-9273-66816F56B3B7}" type="parTrans" cxnId="{4414E596-3E20-4EAF-AFF6-D651FF40CF70}">
      <dgm:prSet/>
      <dgm:spPr/>
      <dgm:t>
        <a:bodyPr/>
        <a:lstStyle/>
        <a:p>
          <a:endParaRPr lang="en-US"/>
        </a:p>
      </dgm:t>
    </dgm:pt>
    <dgm:pt modelId="{FA863439-5A06-4FC6-9BBE-A26BD32F68B2}" type="sibTrans" cxnId="{4414E596-3E20-4EAF-AFF6-D651FF40CF70}">
      <dgm:prSet/>
      <dgm:spPr/>
      <dgm:t>
        <a:bodyPr/>
        <a:lstStyle/>
        <a:p>
          <a:endParaRPr lang="en-US"/>
        </a:p>
      </dgm:t>
    </dgm:pt>
    <dgm:pt modelId="{AEEDD720-F188-4D48-81E1-121E7E674066}">
      <dgm:prSet custT="1"/>
      <dgm:spPr/>
      <dgm:t>
        <a:bodyPr/>
        <a:lstStyle/>
        <a:p>
          <a:r>
            <a:rPr lang="en-US" sz="2400" dirty="0"/>
            <a:t>Not bad due to decent accuracy score</a:t>
          </a:r>
        </a:p>
      </dgm:t>
    </dgm:pt>
    <dgm:pt modelId="{A9CED5CD-3BBA-4392-BEDE-3BBFCAC18751}" type="parTrans" cxnId="{AA1CB842-99FC-4E8D-AC9D-7E0A191AE235}">
      <dgm:prSet/>
      <dgm:spPr/>
      <dgm:t>
        <a:bodyPr/>
        <a:lstStyle/>
        <a:p>
          <a:endParaRPr lang="en-US"/>
        </a:p>
      </dgm:t>
    </dgm:pt>
    <dgm:pt modelId="{7D9989D8-C911-4B73-9605-AA626BC8EECC}" type="sibTrans" cxnId="{AA1CB842-99FC-4E8D-AC9D-7E0A191AE235}">
      <dgm:prSet/>
      <dgm:spPr/>
      <dgm:t>
        <a:bodyPr/>
        <a:lstStyle/>
        <a:p>
          <a:endParaRPr lang="en-US"/>
        </a:p>
      </dgm:t>
    </dgm:pt>
    <dgm:pt modelId="{4414FA5F-D85A-4939-B407-7DA2F28BA752}">
      <dgm:prSet custT="1"/>
      <dgm:spPr/>
      <dgm:t>
        <a:bodyPr/>
        <a:lstStyle/>
        <a:p>
          <a:r>
            <a:rPr lang="en-US" sz="2400" dirty="0"/>
            <a:t>Other models such as logistic regression better suited</a:t>
          </a:r>
        </a:p>
      </dgm:t>
    </dgm:pt>
    <dgm:pt modelId="{60175683-CEFC-45CC-ADE7-BA8616499CEB}" type="parTrans" cxnId="{5CB8461C-2D1C-44B1-8B9E-67C2E86FE678}">
      <dgm:prSet/>
      <dgm:spPr/>
      <dgm:t>
        <a:bodyPr/>
        <a:lstStyle/>
        <a:p>
          <a:endParaRPr lang="en-US"/>
        </a:p>
      </dgm:t>
    </dgm:pt>
    <dgm:pt modelId="{2EC19D3D-6027-4460-AE71-1AE19D44D1F5}" type="sibTrans" cxnId="{5CB8461C-2D1C-44B1-8B9E-67C2E86FE678}">
      <dgm:prSet/>
      <dgm:spPr/>
      <dgm:t>
        <a:bodyPr/>
        <a:lstStyle/>
        <a:p>
          <a:endParaRPr lang="en-US"/>
        </a:p>
      </dgm:t>
    </dgm:pt>
    <dgm:pt modelId="{207A0DDF-FACD-44ED-9BAC-2DA959F7CD84}">
      <dgm:prSet phldrT="[Text]" custT="1"/>
      <dgm:spPr/>
      <dgm:t>
        <a:bodyPr/>
        <a:lstStyle/>
        <a:p>
          <a:r>
            <a:rPr lang="en-US" sz="2400" dirty="0"/>
            <a:t>Good accuracy on whether someone will default or not</a:t>
          </a:r>
        </a:p>
      </dgm:t>
    </dgm:pt>
    <dgm:pt modelId="{BCD6CBF4-EF05-4AEE-BA36-95C40D48EC0B}" type="parTrans" cxnId="{A2208390-F332-4B91-90A4-18AEC2633A46}">
      <dgm:prSet/>
      <dgm:spPr/>
      <dgm:t>
        <a:bodyPr/>
        <a:lstStyle/>
        <a:p>
          <a:endParaRPr lang="en-US"/>
        </a:p>
      </dgm:t>
    </dgm:pt>
    <dgm:pt modelId="{AA0EC187-0F94-48FC-B55E-C708474307E3}" type="sibTrans" cxnId="{A2208390-F332-4B91-90A4-18AEC2633A46}">
      <dgm:prSet/>
      <dgm:spPr/>
      <dgm:t>
        <a:bodyPr/>
        <a:lstStyle/>
        <a:p>
          <a:endParaRPr lang="en-US"/>
        </a:p>
      </dgm:t>
    </dgm:pt>
    <dgm:pt modelId="{32A0B5CB-5B2D-4BF8-8570-AD010493D209}">
      <dgm:prSet phldrT="[Text]" custT="1"/>
      <dgm:spPr/>
      <dgm:t>
        <a:bodyPr/>
        <a:lstStyle/>
        <a:p>
          <a:r>
            <a:rPr lang="en-US" sz="2400" dirty="0"/>
            <a:t>Low recall score for identifying defaults</a:t>
          </a:r>
        </a:p>
      </dgm:t>
    </dgm:pt>
    <dgm:pt modelId="{6705C97D-5D41-4664-B841-5B4458B7C2FA}" type="parTrans" cxnId="{91A8CEFA-D259-41E8-8E98-F1A3F50DCD16}">
      <dgm:prSet/>
      <dgm:spPr/>
      <dgm:t>
        <a:bodyPr/>
        <a:lstStyle/>
        <a:p>
          <a:endParaRPr lang="en-US"/>
        </a:p>
      </dgm:t>
    </dgm:pt>
    <dgm:pt modelId="{87DC2ED3-38C6-48C4-9CBD-C5FA6FC03364}" type="sibTrans" cxnId="{91A8CEFA-D259-41E8-8E98-F1A3F50DCD16}">
      <dgm:prSet/>
      <dgm:spPr/>
      <dgm:t>
        <a:bodyPr/>
        <a:lstStyle/>
        <a:p>
          <a:endParaRPr lang="en-US"/>
        </a:p>
      </dgm:t>
    </dgm:pt>
    <dgm:pt modelId="{8A889008-B308-401C-B0D3-9B53595CA53E}" type="pres">
      <dgm:prSet presAssocID="{BF3AC7AC-64F7-460F-9928-7281BCCD1A5F}" presName="linear" presStyleCnt="0">
        <dgm:presLayoutVars>
          <dgm:animLvl val="lvl"/>
          <dgm:resizeHandles val="exact"/>
        </dgm:presLayoutVars>
      </dgm:prSet>
      <dgm:spPr/>
    </dgm:pt>
    <dgm:pt modelId="{105FB485-1871-42CE-9558-05BFEAB3C2C6}" type="pres">
      <dgm:prSet presAssocID="{2EFCFED0-9D04-4F14-B41B-4ECEEBE2CB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5FAFAAD-24CB-43C3-83D1-61E7C75D632E}" type="pres">
      <dgm:prSet presAssocID="{2EFCFED0-9D04-4F14-B41B-4ECEEBE2CBF7}" presName="childText" presStyleLbl="revTx" presStyleIdx="0" presStyleCnt="2">
        <dgm:presLayoutVars>
          <dgm:bulletEnabled val="1"/>
        </dgm:presLayoutVars>
      </dgm:prSet>
      <dgm:spPr/>
    </dgm:pt>
    <dgm:pt modelId="{2E8B5913-242B-41ED-A6BE-E88ACB3A3A13}" type="pres">
      <dgm:prSet presAssocID="{76426982-8164-4F5E-BD40-8415E32893F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F3FB18-B589-4736-B7E3-56C6A48CAC1C}" type="pres">
      <dgm:prSet presAssocID="{76426982-8164-4F5E-BD40-8415E32893F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CB8461C-2D1C-44B1-8B9E-67C2E86FE678}" srcId="{76426982-8164-4F5E-BD40-8415E32893FB}" destId="{4414FA5F-D85A-4939-B407-7DA2F28BA752}" srcOrd="1" destOrd="0" parTransId="{60175683-CEFC-45CC-ADE7-BA8616499CEB}" sibTransId="{2EC19D3D-6027-4460-AE71-1AE19D44D1F5}"/>
    <dgm:cxn modelId="{9E362334-097A-40B4-9A95-A97624B88696}" srcId="{BF3AC7AC-64F7-460F-9928-7281BCCD1A5F}" destId="{2EFCFED0-9D04-4F14-B41B-4ECEEBE2CBF7}" srcOrd="0" destOrd="0" parTransId="{6641C0F0-1F1D-4485-99E3-6262A7263FDF}" sibTransId="{2932B596-C50E-406B-9A62-B39295818AA2}"/>
    <dgm:cxn modelId="{71A17535-3401-4FD9-B67A-BD68C821F511}" type="presOf" srcId="{2EFCFED0-9D04-4F14-B41B-4ECEEBE2CBF7}" destId="{105FB485-1871-42CE-9558-05BFEAB3C2C6}" srcOrd="0" destOrd="0" presId="urn:microsoft.com/office/officeart/2005/8/layout/vList2"/>
    <dgm:cxn modelId="{E243FC37-6CE4-4F08-9501-9098616ADE26}" type="presOf" srcId="{76426982-8164-4F5E-BD40-8415E32893FB}" destId="{2E8B5913-242B-41ED-A6BE-E88ACB3A3A13}" srcOrd="0" destOrd="0" presId="urn:microsoft.com/office/officeart/2005/8/layout/vList2"/>
    <dgm:cxn modelId="{D3E78C40-DE28-4802-8744-D38C18F078CC}" type="presOf" srcId="{32A0B5CB-5B2D-4BF8-8570-AD010493D209}" destId="{25FAFAAD-24CB-43C3-83D1-61E7C75D632E}" srcOrd="0" destOrd="1" presId="urn:microsoft.com/office/officeart/2005/8/layout/vList2"/>
    <dgm:cxn modelId="{AA1CB842-99FC-4E8D-AC9D-7E0A191AE235}" srcId="{76426982-8164-4F5E-BD40-8415E32893FB}" destId="{AEEDD720-F188-4D48-81E1-121E7E674066}" srcOrd="0" destOrd="0" parTransId="{A9CED5CD-3BBA-4392-BEDE-3BBFCAC18751}" sibTransId="{7D9989D8-C911-4B73-9605-AA626BC8EECC}"/>
    <dgm:cxn modelId="{31C94847-5723-4B88-96CC-37A3FA17B332}" type="presOf" srcId="{207A0DDF-FACD-44ED-9BAC-2DA959F7CD84}" destId="{25FAFAAD-24CB-43C3-83D1-61E7C75D632E}" srcOrd="0" destOrd="0" presId="urn:microsoft.com/office/officeart/2005/8/layout/vList2"/>
    <dgm:cxn modelId="{A2208390-F332-4B91-90A4-18AEC2633A46}" srcId="{2EFCFED0-9D04-4F14-B41B-4ECEEBE2CBF7}" destId="{207A0DDF-FACD-44ED-9BAC-2DA959F7CD84}" srcOrd="0" destOrd="0" parTransId="{BCD6CBF4-EF05-4AEE-BA36-95C40D48EC0B}" sibTransId="{AA0EC187-0F94-48FC-B55E-C708474307E3}"/>
    <dgm:cxn modelId="{4414E596-3E20-4EAF-AFF6-D651FF40CF70}" srcId="{BF3AC7AC-64F7-460F-9928-7281BCCD1A5F}" destId="{76426982-8164-4F5E-BD40-8415E32893FB}" srcOrd="1" destOrd="0" parTransId="{A84710CA-F778-4D27-9273-66816F56B3B7}" sibTransId="{FA863439-5A06-4FC6-9BBE-A26BD32F68B2}"/>
    <dgm:cxn modelId="{8CD9E0A1-9BEC-4712-ACF5-58924D7B0D86}" type="presOf" srcId="{AEEDD720-F188-4D48-81E1-121E7E674066}" destId="{53F3FB18-B589-4736-B7E3-56C6A48CAC1C}" srcOrd="0" destOrd="0" presId="urn:microsoft.com/office/officeart/2005/8/layout/vList2"/>
    <dgm:cxn modelId="{A04B43B3-5056-4A2C-8C9B-A9F3D929899D}" type="presOf" srcId="{4414FA5F-D85A-4939-B407-7DA2F28BA752}" destId="{53F3FB18-B589-4736-B7E3-56C6A48CAC1C}" srcOrd="0" destOrd="1" presId="urn:microsoft.com/office/officeart/2005/8/layout/vList2"/>
    <dgm:cxn modelId="{790427F8-BD97-4B84-9990-0448867F2919}" type="presOf" srcId="{BF3AC7AC-64F7-460F-9928-7281BCCD1A5F}" destId="{8A889008-B308-401C-B0D3-9B53595CA53E}" srcOrd="0" destOrd="0" presId="urn:microsoft.com/office/officeart/2005/8/layout/vList2"/>
    <dgm:cxn modelId="{91A8CEFA-D259-41E8-8E98-F1A3F50DCD16}" srcId="{2EFCFED0-9D04-4F14-B41B-4ECEEBE2CBF7}" destId="{32A0B5CB-5B2D-4BF8-8570-AD010493D209}" srcOrd="1" destOrd="0" parTransId="{6705C97D-5D41-4664-B841-5B4458B7C2FA}" sibTransId="{87DC2ED3-38C6-48C4-9CBD-C5FA6FC03364}"/>
    <dgm:cxn modelId="{7C9AF570-B7E6-4B24-92CC-72AC9D4DC468}" type="presParOf" srcId="{8A889008-B308-401C-B0D3-9B53595CA53E}" destId="{105FB485-1871-42CE-9558-05BFEAB3C2C6}" srcOrd="0" destOrd="0" presId="urn:microsoft.com/office/officeart/2005/8/layout/vList2"/>
    <dgm:cxn modelId="{AAC01410-A26D-4DB5-8BD9-241216433859}" type="presParOf" srcId="{8A889008-B308-401C-B0D3-9B53595CA53E}" destId="{25FAFAAD-24CB-43C3-83D1-61E7C75D632E}" srcOrd="1" destOrd="0" presId="urn:microsoft.com/office/officeart/2005/8/layout/vList2"/>
    <dgm:cxn modelId="{628CBEBA-42DE-40ED-B16F-3EB8BABBC0DC}" type="presParOf" srcId="{8A889008-B308-401C-B0D3-9B53595CA53E}" destId="{2E8B5913-242B-41ED-A6BE-E88ACB3A3A13}" srcOrd="2" destOrd="0" presId="urn:microsoft.com/office/officeart/2005/8/layout/vList2"/>
    <dgm:cxn modelId="{D77AFE95-70D1-449D-B7FA-F1B376F12910}" type="presParOf" srcId="{8A889008-B308-401C-B0D3-9B53595CA53E}" destId="{53F3FB18-B589-4736-B7E3-56C6A48CAC1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4162F-E9C3-4BB4-82AB-283DADB31789}">
      <dsp:nvSpPr>
        <dsp:cNvPr id="0" name=""/>
        <dsp:cNvSpPr/>
      </dsp:nvSpPr>
      <dsp:spPr>
        <a:xfrm>
          <a:off x="5357" y="0"/>
          <a:ext cx="4685172" cy="525586"/>
        </a:xfrm>
        <a:prstGeom prst="homePlate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AI in the finance field</a:t>
          </a:r>
        </a:p>
      </dsp:txBody>
      <dsp:txXfrm>
        <a:off x="5357" y="0"/>
        <a:ext cx="4553776" cy="525586"/>
      </dsp:txXfrm>
    </dsp:sp>
    <dsp:sp modelId="{6BAFD2FB-FA61-4301-9847-B9DE679065FA}">
      <dsp:nvSpPr>
        <dsp:cNvPr id="0" name=""/>
        <dsp:cNvSpPr/>
      </dsp:nvSpPr>
      <dsp:spPr>
        <a:xfrm>
          <a:off x="3753495" y="0"/>
          <a:ext cx="4685172" cy="525586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Sector deep dives</a:t>
          </a:r>
        </a:p>
      </dsp:txBody>
      <dsp:txXfrm>
        <a:off x="4016288" y="0"/>
        <a:ext cx="4159586" cy="525586"/>
      </dsp:txXfrm>
    </dsp:sp>
    <dsp:sp modelId="{058906CD-410A-4DEF-96BC-5ACA867CB529}">
      <dsp:nvSpPr>
        <dsp:cNvPr id="0" name=""/>
        <dsp:cNvSpPr/>
      </dsp:nvSpPr>
      <dsp:spPr>
        <a:xfrm>
          <a:off x="7501633" y="0"/>
          <a:ext cx="4685172" cy="525586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Risks and implications</a:t>
          </a:r>
        </a:p>
      </dsp:txBody>
      <dsp:txXfrm>
        <a:off x="7764426" y="0"/>
        <a:ext cx="4159586" cy="525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4162F-E9C3-4BB4-82AB-283DADB31789}">
      <dsp:nvSpPr>
        <dsp:cNvPr id="0" name=""/>
        <dsp:cNvSpPr/>
      </dsp:nvSpPr>
      <dsp:spPr>
        <a:xfrm>
          <a:off x="5357" y="0"/>
          <a:ext cx="4685172" cy="525586"/>
        </a:xfrm>
        <a:prstGeom prst="homePlate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AI in the finance field</a:t>
          </a:r>
        </a:p>
      </dsp:txBody>
      <dsp:txXfrm>
        <a:off x="5357" y="0"/>
        <a:ext cx="4553776" cy="525586"/>
      </dsp:txXfrm>
    </dsp:sp>
    <dsp:sp modelId="{6BAFD2FB-FA61-4301-9847-B9DE679065FA}">
      <dsp:nvSpPr>
        <dsp:cNvPr id="0" name=""/>
        <dsp:cNvSpPr/>
      </dsp:nvSpPr>
      <dsp:spPr>
        <a:xfrm>
          <a:off x="3753495" y="0"/>
          <a:ext cx="4685172" cy="525586"/>
        </a:xfrm>
        <a:prstGeom prst="chevron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Sector deep dives</a:t>
          </a:r>
        </a:p>
      </dsp:txBody>
      <dsp:txXfrm>
        <a:off x="4016288" y="0"/>
        <a:ext cx="4159586" cy="525586"/>
      </dsp:txXfrm>
    </dsp:sp>
    <dsp:sp modelId="{058906CD-410A-4DEF-96BC-5ACA867CB529}">
      <dsp:nvSpPr>
        <dsp:cNvPr id="0" name=""/>
        <dsp:cNvSpPr/>
      </dsp:nvSpPr>
      <dsp:spPr>
        <a:xfrm>
          <a:off x="7501633" y="0"/>
          <a:ext cx="4685172" cy="525586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Risks and implications</a:t>
          </a:r>
        </a:p>
      </dsp:txBody>
      <dsp:txXfrm>
        <a:off x="7764426" y="0"/>
        <a:ext cx="4159586" cy="525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4162F-E9C3-4BB4-82AB-283DADB31789}">
      <dsp:nvSpPr>
        <dsp:cNvPr id="0" name=""/>
        <dsp:cNvSpPr/>
      </dsp:nvSpPr>
      <dsp:spPr>
        <a:xfrm>
          <a:off x="5357" y="0"/>
          <a:ext cx="4685172" cy="525586"/>
        </a:xfrm>
        <a:prstGeom prst="homePlate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AI in the finance field</a:t>
          </a:r>
        </a:p>
      </dsp:txBody>
      <dsp:txXfrm>
        <a:off x="5357" y="0"/>
        <a:ext cx="4553776" cy="525586"/>
      </dsp:txXfrm>
    </dsp:sp>
    <dsp:sp modelId="{6BAFD2FB-FA61-4301-9847-B9DE679065FA}">
      <dsp:nvSpPr>
        <dsp:cNvPr id="0" name=""/>
        <dsp:cNvSpPr/>
      </dsp:nvSpPr>
      <dsp:spPr>
        <a:xfrm>
          <a:off x="3753495" y="0"/>
          <a:ext cx="4685172" cy="525586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Sector deep dives</a:t>
          </a:r>
        </a:p>
      </dsp:txBody>
      <dsp:txXfrm>
        <a:off x="4016288" y="0"/>
        <a:ext cx="4159586" cy="525586"/>
      </dsp:txXfrm>
    </dsp:sp>
    <dsp:sp modelId="{058906CD-410A-4DEF-96BC-5ACA867CB529}">
      <dsp:nvSpPr>
        <dsp:cNvPr id="0" name=""/>
        <dsp:cNvSpPr/>
      </dsp:nvSpPr>
      <dsp:spPr>
        <a:xfrm>
          <a:off x="7501633" y="0"/>
          <a:ext cx="4685172" cy="525586"/>
        </a:xfrm>
        <a:prstGeom prst="chevron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Risks and implications</a:t>
          </a:r>
        </a:p>
      </dsp:txBody>
      <dsp:txXfrm>
        <a:off x="7764426" y="0"/>
        <a:ext cx="4159586" cy="525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DD55-CC14-4A51-915A-62DFC0E7BD45}">
      <dsp:nvSpPr>
        <dsp:cNvPr id="0" name=""/>
        <dsp:cNvSpPr/>
      </dsp:nvSpPr>
      <dsp:spPr>
        <a:xfrm>
          <a:off x="0" y="455303"/>
          <a:ext cx="7739529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954A7-86B5-427E-889C-871665C58BA2}">
      <dsp:nvSpPr>
        <dsp:cNvPr id="0" name=""/>
        <dsp:cNvSpPr/>
      </dsp:nvSpPr>
      <dsp:spPr>
        <a:xfrm>
          <a:off x="386976" y="27263"/>
          <a:ext cx="5417670" cy="8560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775" tIns="0" rIns="2047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Using ChatGPT, I created a binary classification problem</a:t>
          </a:r>
        </a:p>
      </dsp:txBody>
      <dsp:txXfrm>
        <a:off x="428766" y="69053"/>
        <a:ext cx="5334090" cy="772500"/>
      </dsp:txXfrm>
    </dsp:sp>
    <dsp:sp modelId="{B0FD2E9C-5709-4F30-9998-7A8552004EFC}">
      <dsp:nvSpPr>
        <dsp:cNvPr id="0" name=""/>
        <dsp:cNvSpPr/>
      </dsp:nvSpPr>
      <dsp:spPr>
        <a:xfrm>
          <a:off x="0" y="1770743"/>
          <a:ext cx="7739529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737537-0920-4E68-A9DD-115C8F89F17E}">
      <dsp:nvSpPr>
        <dsp:cNvPr id="0" name=""/>
        <dsp:cNvSpPr/>
      </dsp:nvSpPr>
      <dsp:spPr>
        <a:xfrm>
          <a:off x="386976" y="1342703"/>
          <a:ext cx="5417670" cy="8560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775" tIns="0" rIns="2047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Involves loan defaults</a:t>
          </a:r>
        </a:p>
      </dsp:txBody>
      <dsp:txXfrm>
        <a:off x="428766" y="1384493"/>
        <a:ext cx="5334090" cy="772500"/>
      </dsp:txXfrm>
    </dsp:sp>
    <dsp:sp modelId="{387D7D42-50B4-41CE-B9BD-3EA99A7ED318}">
      <dsp:nvSpPr>
        <dsp:cNvPr id="0" name=""/>
        <dsp:cNvSpPr/>
      </dsp:nvSpPr>
      <dsp:spPr>
        <a:xfrm>
          <a:off x="0" y="3086183"/>
          <a:ext cx="7739529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66E56-DA9F-4ACA-927E-5A345ED0A051}">
      <dsp:nvSpPr>
        <dsp:cNvPr id="0" name=""/>
        <dsp:cNvSpPr/>
      </dsp:nvSpPr>
      <dsp:spPr>
        <a:xfrm>
          <a:off x="386976" y="2658143"/>
          <a:ext cx="5417670" cy="8560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775" tIns="0" rIns="2047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Each row represents an applicant</a:t>
          </a:r>
        </a:p>
      </dsp:txBody>
      <dsp:txXfrm>
        <a:off x="428766" y="2699933"/>
        <a:ext cx="5334090" cy="772500"/>
      </dsp:txXfrm>
    </dsp:sp>
    <dsp:sp modelId="{053F3AD5-6FB0-4DD9-A591-57CF0318B0AE}">
      <dsp:nvSpPr>
        <dsp:cNvPr id="0" name=""/>
        <dsp:cNvSpPr/>
      </dsp:nvSpPr>
      <dsp:spPr>
        <a:xfrm>
          <a:off x="0" y="4401623"/>
          <a:ext cx="7739529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DB96F-97CB-4BB3-92E8-3E7321CE7B42}">
      <dsp:nvSpPr>
        <dsp:cNvPr id="0" name=""/>
        <dsp:cNvSpPr/>
      </dsp:nvSpPr>
      <dsp:spPr>
        <a:xfrm>
          <a:off x="386976" y="3973583"/>
          <a:ext cx="5417670" cy="8560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775" tIns="0" rIns="2047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Goal is to predict whether applicant defaults or not</a:t>
          </a:r>
        </a:p>
      </dsp:txBody>
      <dsp:txXfrm>
        <a:off x="428766" y="4015373"/>
        <a:ext cx="5334090" cy="77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4CEDF-907C-46FD-B1AB-F863F8A8B5A7}">
      <dsp:nvSpPr>
        <dsp:cNvPr id="0" name=""/>
        <dsp:cNvSpPr/>
      </dsp:nvSpPr>
      <dsp:spPr>
        <a:xfrm>
          <a:off x="2539" y="327689"/>
          <a:ext cx="2476500" cy="99060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Columns</a:t>
          </a:r>
        </a:p>
      </dsp:txBody>
      <dsp:txXfrm>
        <a:off x="2539" y="327689"/>
        <a:ext cx="2476500" cy="990600"/>
      </dsp:txXfrm>
    </dsp:sp>
    <dsp:sp modelId="{36B9C7BD-FC8F-42E5-8610-616E76D068E0}">
      <dsp:nvSpPr>
        <dsp:cNvPr id="0" name=""/>
        <dsp:cNvSpPr/>
      </dsp:nvSpPr>
      <dsp:spPr>
        <a:xfrm>
          <a:off x="2539" y="1318290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Income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Credit score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Debt/income ratio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Number of late payments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Default</a:t>
          </a:r>
        </a:p>
      </dsp:txBody>
      <dsp:txXfrm>
        <a:off x="2539" y="1318290"/>
        <a:ext cx="2476500" cy="2854800"/>
      </dsp:txXfrm>
    </dsp:sp>
    <dsp:sp modelId="{0AEA69F3-2737-44BD-8763-974FC344569B}">
      <dsp:nvSpPr>
        <dsp:cNvPr id="0" name=""/>
        <dsp:cNvSpPr/>
      </dsp:nvSpPr>
      <dsp:spPr>
        <a:xfrm>
          <a:off x="2825749" y="327689"/>
          <a:ext cx="2476500" cy="99060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Dataset</a:t>
          </a:r>
        </a:p>
      </dsp:txBody>
      <dsp:txXfrm>
        <a:off x="2825749" y="327689"/>
        <a:ext cx="2476500" cy="990600"/>
      </dsp:txXfrm>
    </dsp:sp>
    <dsp:sp modelId="{2F6D7816-9E3F-4D9C-B2DB-927D0F1C8B9D}">
      <dsp:nvSpPr>
        <dsp:cNvPr id="0" name=""/>
        <dsp:cNvSpPr/>
      </dsp:nvSpPr>
      <dsp:spPr>
        <a:xfrm>
          <a:off x="2825749" y="1318290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Default is the target variable, and it is set to a binary label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Dataset has 500 different loan applicants</a:t>
          </a:r>
        </a:p>
      </dsp:txBody>
      <dsp:txXfrm>
        <a:off x="2825749" y="1318290"/>
        <a:ext cx="2476500" cy="2854800"/>
      </dsp:txXfrm>
    </dsp:sp>
    <dsp:sp modelId="{142F711D-7280-4E59-BF4B-2FB1D2E3495C}">
      <dsp:nvSpPr>
        <dsp:cNvPr id="0" name=""/>
        <dsp:cNvSpPr/>
      </dsp:nvSpPr>
      <dsp:spPr>
        <a:xfrm>
          <a:off x="5648960" y="327689"/>
          <a:ext cx="2476500" cy="99060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Curation</a:t>
          </a:r>
        </a:p>
      </dsp:txBody>
      <dsp:txXfrm>
        <a:off x="5648960" y="327689"/>
        <a:ext cx="2476500" cy="990600"/>
      </dsp:txXfrm>
    </dsp:sp>
    <dsp:sp modelId="{2EFA1F45-9C39-4BC3-8A4A-8C802BC9371C}">
      <dsp:nvSpPr>
        <dsp:cNvPr id="0" name=""/>
        <dsp:cNvSpPr/>
      </dsp:nvSpPr>
      <dsp:spPr>
        <a:xfrm>
          <a:off x="5648960" y="1318290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 missing values or issues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Ready for analysis</a:t>
          </a:r>
        </a:p>
      </dsp:txBody>
      <dsp:txXfrm>
        <a:off x="5648960" y="1318290"/>
        <a:ext cx="2476500" cy="2854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709A0-6A81-413D-A5B9-F7DD86589D37}">
      <dsp:nvSpPr>
        <dsp:cNvPr id="0" name=""/>
        <dsp:cNvSpPr/>
      </dsp:nvSpPr>
      <dsp:spPr>
        <a:xfrm>
          <a:off x="0" y="0"/>
          <a:ext cx="7488518" cy="1497703"/>
        </a:xfrm>
        <a:prstGeom prst="rect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Multilayer perceptron model</a:t>
          </a:r>
        </a:p>
      </dsp:txBody>
      <dsp:txXfrm>
        <a:off x="0" y="0"/>
        <a:ext cx="7488518" cy="1497703"/>
      </dsp:txXfrm>
    </dsp:sp>
    <dsp:sp modelId="{80461E27-F856-49E9-A28E-610AD8B7D75E}">
      <dsp:nvSpPr>
        <dsp:cNvPr id="0" name=""/>
        <dsp:cNvSpPr/>
      </dsp:nvSpPr>
      <dsp:spPr>
        <a:xfrm>
          <a:off x="914" y="1497703"/>
          <a:ext cx="1497337" cy="314517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Input layer</a:t>
          </a:r>
        </a:p>
      </dsp:txBody>
      <dsp:txXfrm>
        <a:off x="914" y="1497703"/>
        <a:ext cx="1497337" cy="3145177"/>
      </dsp:txXfrm>
    </dsp:sp>
    <dsp:sp modelId="{C75CCBA2-BA15-4071-86BD-F17559F0D2AC}">
      <dsp:nvSpPr>
        <dsp:cNvPr id="0" name=""/>
        <dsp:cNvSpPr/>
      </dsp:nvSpPr>
      <dsp:spPr>
        <a:xfrm>
          <a:off x="1498252" y="1497703"/>
          <a:ext cx="1497337" cy="314517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Dense layer (32 neurons)</a:t>
          </a:r>
        </a:p>
      </dsp:txBody>
      <dsp:txXfrm>
        <a:off x="1498252" y="1497703"/>
        <a:ext cx="1497337" cy="3145177"/>
      </dsp:txXfrm>
    </dsp:sp>
    <dsp:sp modelId="{231EF2EB-035E-475A-8B9A-D8A3882D377D}">
      <dsp:nvSpPr>
        <dsp:cNvPr id="0" name=""/>
        <dsp:cNvSpPr/>
      </dsp:nvSpPr>
      <dsp:spPr>
        <a:xfrm>
          <a:off x="2995590" y="1497703"/>
          <a:ext cx="1497337" cy="314517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Dense layer (16 neurons)</a:t>
          </a:r>
        </a:p>
      </dsp:txBody>
      <dsp:txXfrm>
        <a:off x="2995590" y="1497703"/>
        <a:ext cx="1497337" cy="3145177"/>
      </dsp:txXfrm>
    </dsp:sp>
    <dsp:sp modelId="{68C75CEB-DF4C-4AD3-8F5B-76C814CCE3C1}">
      <dsp:nvSpPr>
        <dsp:cNvPr id="0" name=""/>
        <dsp:cNvSpPr/>
      </dsp:nvSpPr>
      <dsp:spPr>
        <a:xfrm>
          <a:off x="4492927" y="1497703"/>
          <a:ext cx="1497337" cy="314517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Dense layer (8 neurons)</a:t>
          </a:r>
        </a:p>
      </dsp:txBody>
      <dsp:txXfrm>
        <a:off x="4492927" y="1497703"/>
        <a:ext cx="1497337" cy="3145177"/>
      </dsp:txXfrm>
    </dsp:sp>
    <dsp:sp modelId="{DC874B83-0673-4B97-8F68-5A80BE80FD81}">
      <dsp:nvSpPr>
        <dsp:cNvPr id="0" name=""/>
        <dsp:cNvSpPr/>
      </dsp:nvSpPr>
      <dsp:spPr>
        <a:xfrm>
          <a:off x="5990265" y="1497703"/>
          <a:ext cx="1497337" cy="314517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Dense layer (1 neuron, Sigmoid Function)</a:t>
          </a:r>
        </a:p>
      </dsp:txBody>
      <dsp:txXfrm>
        <a:off x="5990265" y="1497703"/>
        <a:ext cx="1497337" cy="3145177"/>
      </dsp:txXfrm>
    </dsp:sp>
    <dsp:sp modelId="{39CE3448-E8EF-44CA-8C10-55EA83561434}">
      <dsp:nvSpPr>
        <dsp:cNvPr id="0" name=""/>
        <dsp:cNvSpPr/>
      </dsp:nvSpPr>
      <dsp:spPr>
        <a:xfrm>
          <a:off x="0" y="4642881"/>
          <a:ext cx="7488518" cy="349464"/>
        </a:xfrm>
        <a:prstGeom prst="rect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5404-EA33-4D2C-A230-3CCC1B6F5A6C}">
      <dsp:nvSpPr>
        <dsp:cNvPr id="0" name=""/>
        <dsp:cNvSpPr/>
      </dsp:nvSpPr>
      <dsp:spPr>
        <a:xfrm>
          <a:off x="0" y="3758"/>
          <a:ext cx="7643906" cy="10108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Downloaded the CSV file</a:t>
          </a:r>
        </a:p>
      </dsp:txBody>
      <dsp:txXfrm>
        <a:off x="49347" y="53105"/>
        <a:ext cx="7545212" cy="912186"/>
      </dsp:txXfrm>
    </dsp:sp>
    <dsp:sp modelId="{5A893B1A-CDEE-4830-B20E-1C4299F48A45}">
      <dsp:nvSpPr>
        <dsp:cNvPr id="0" name=""/>
        <dsp:cNvSpPr/>
      </dsp:nvSpPr>
      <dsp:spPr>
        <a:xfrm>
          <a:off x="0" y="1170159"/>
          <a:ext cx="7643906" cy="10108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Asked ChatGPT to generate Python code to run deep learning on the data</a:t>
          </a:r>
        </a:p>
      </dsp:txBody>
      <dsp:txXfrm>
        <a:off x="49347" y="1219506"/>
        <a:ext cx="7545212" cy="912186"/>
      </dsp:txXfrm>
    </dsp:sp>
    <dsp:sp modelId="{A369364C-4FA6-44AE-B546-4C0C9E5CA592}">
      <dsp:nvSpPr>
        <dsp:cNvPr id="0" name=""/>
        <dsp:cNvSpPr/>
      </dsp:nvSpPr>
      <dsp:spPr>
        <a:xfrm>
          <a:off x="0" y="2181039"/>
          <a:ext cx="7643906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69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Read the file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Split data into 80% training, 20% testing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Run the model on the data</a:t>
          </a:r>
        </a:p>
      </dsp:txBody>
      <dsp:txXfrm>
        <a:off x="0" y="2181039"/>
        <a:ext cx="7643906" cy="950130"/>
      </dsp:txXfrm>
    </dsp:sp>
    <dsp:sp modelId="{A7CF6511-5154-4258-BC94-60B84EA3BF84}">
      <dsp:nvSpPr>
        <dsp:cNvPr id="0" name=""/>
        <dsp:cNvSpPr/>
      </dsp:nvSpPr>
      <dsp:spPr>
        <a:xfrm>
          <a:off x="0" y="3131169"/>
          <a:ext cx="7643906" cy="101088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Reported results</a:t>
          </a:r>
        </a:p>
      </dsp:txBody>
      <dsp:txXfrm>
        <a:off x="49347" y="3180516"/>
        <a:ext cx="7545212" cy="912186"/>
      </dsp:txXfrm>
    </dsp:sp>
    <dsp:sp modelId="{2F019B0D-CE0C-4DE2-9A7A-810A0E0FA8C4}">
      <dsp:nvSpPr>
        <dsp:cNvPr id="0" name=""/>
        <dsp:cNvSpPr/>
      </dsp:nvSpPr>
      <dsp:spPr>
        <a:xfrm>
          <a:off x="0" y="4142049"/>
          <a:ext cx="7643906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69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Confusion matrix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Accuracy score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Recall for clients who defaulted</a:t>
          </a:r>
          <a:endParaRPr lang="en-US" sz="2000" kern="1200" dirty="0"/>
        </a:p>
      </dsp:txBody>
      <dsp:txXfrm>
        <a:off x="0" y="4142049"/>
        <a:ext cx="7643906" cy="9501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447B7-8170-417A-B183-3449576EA283}">
      <dsp:nvSpPr>
        <dsp:cNvPr id="0" name=""/>
        <dsp:cNvSpPr/>
      </dsp:nvSpPr>
      <dsp:spPr>
        <a:xfrm>
          <a:off x="2981" y="392374"/>
          <a:ext cx="2906595" cy="116263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Presenting the results</a:t>
          </a:r>
        </a:p>
      </dsp:txBody>
      <dsp:txXfrm>
        <a:off x="2981" y="392374"/>
        <a:ext cx="2906595" cy="1162638"/>
      </dsp:txXfrm>
    </dsp:sp>
    <dsp:sp modelId="{A230D539-0705-46B8-8157-1CC2D9006C44}">
      <dsp:nvSpPr>
        <dsp:cNvPr id="0" name=""/>
        <dsp:cNvSpPr/>
      </dsp:nvSpPr>
      <dsp:spPr>
        <a:xfrm>
          <a:off x="2981" y="1555012"/>
          <a:ext cx="2906595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Used a confusion matrix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Helpful to see predictions made and evaluate performance</a:t>
          </a:r>
        </a:p>
      </dsp:txBody>
      <dsp:txXfrm>
        <a:off x="2981" y="1555012"/>
        <a:ext cx="2906595" cy="2854800"/>
      </dsp:txXfrm>
    </dsp:sp>
    <dsp:sp modelId="{93095AD1-36EC-4756-9D7F-1FCE9C754034}">
      <dsp:nvSpPr>
        <dsp:cNvPr id="0" name=""/>
        <dsp:cNvSpPr/>
      </dsp:nvSpPr>
      <dsp:spPr>
        <a:xfrm>
          <a:off x="3316499" y="392374"/>
          <a:ext cx="2906595" cy="116263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Deep learning model reported scores</a:t>
          </a:r>
        </a:p>
      </dsp:txBody>
      <dsp:txXfrm>
        <a:off x="3316499" y="392374"/>
        <a:ext cx="2906595" cy="1162638"/>
      </dsp:txXfrm>
    </dsp:sp>
    <dsp:sp modelId="{9F08E1A9-DA3F-4ABE-A8DC-84736EEA6E3C}">
      <dsp:nvSpPr>
        <dsp:cNvPr id="0" name=""/>
        <dsp:cNvSpPr/>
      </dsp:nvSpPr>
      <dsp:spPr>
        <a:xfrm>
          <a:off x="3316499" y="1555012"/>
          <a:ext cx="2906595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Accuracy score of 85%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Recall score of 29.41%</a:t>
          </a:r>
        </a:p>
      </dsp:txBody>
      <dsp:txXfrm>
        <a:off x="3316499" y="1555012"/>
        <a:ext cx="2906595" cy="2854800"/>
      </dsp:txXfrm>
    </dsp:sp>
    <dsp:sp modelId="{1D162E0A-34EC-409F-904A-463BD3C74206}">
      <dsp:nvSpPr>
        <dsp:cNvPr id="0" name=""/>
        <dsp:cNvSpPr/>
      </dsp:nvSpPr>
      <dsp:spPr>
        <a:xfrm>
          <a:off x="6630017" y="392374"/>
          <a:ext cx="2906595" cy="116263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Reflection</a:t>
          </a:r>
        </a:p>
      </dsp:txBody>
      <dsp:txXfrm>
        <a:off x="6630017" y="392374"/>
        <a:ext cx="2906595" cy="1162638"/>
      </dsp:txXfrm>
    </dsp:sp>
    <dsp:sp modelId="{9CF4C4D9-1A95-45B8-93E4-CFB347C319E7}">
      <dsp:nvSpPr>
        <dsp:cNvPr id="0" name=""/>
        <dsp:cNvSpPr/>
      </dsp:nvSpPr>
      <dsp:spPr>
        <a:xfrm>
          <a:off x="6630017" y="1555012"/>
          <a:ext cx="2906595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Model is pretty accurate in predicting whether an applicant will default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Struggles to identify who would truly default</a:t>
          </a:r>
        </a:p>
      </dsp:txBody>
      <dsp:txXfrm>
        <a:off x="6630017" y="1555012"/>
        <a:ext cx="2906595" cy="28548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FB485-1871-42CE-9558-05BFEAB3C2C6}">
      <dsp:nvSpPr>
        <dsp:cNvPr id="0" name=""/>
        <dsp:cNvSpPr/>
      </dsp:nvSpPr>
      <dsp:spPr>
        <a:xfrm>
          <a:off x="0" y="199315"/>
          <a:ext cx="8587584" cy="121680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Deep learning strengths and weaknesses</a:t>
          </a:r>
        </a:p>
      </dsp:txBody>
      <dsp:txXfrm>
        <a:off x="59399" y="258714"/>
        <a:ext cx="8468786" cy="1098002"/>
      </dsp:txXfrm>
    </dsp:sp>
    <dsp:sp modelId="{25FAFAAD-24CB-43C3-83D1-61E7C75D632E}">
      <dsp:nvSpPr>
        <dsp:cNvPr id="0" name=""/>
        <dsp:cNvSpPr/>
      </dsp:nvSpPr>
      <dsp:spPr>
        <a:xfrm>
          <a:off x="0" y="1416115"/>
          <a:ext cx="858758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65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Good accuracy on whether someone will default or not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Low recall score for identifying defaults</a:t>
          </a:r>
        </a:p>
      </dsp:txBody>
      <dsp:txXfrm>
        <a:off x="0" y="1416115"/>
        <a:ext cx="8587584" cy="1076400"/>
      </dsp:txXfrm>
    </dsp:sp>
    <dsp:sp modelId="{2E8B5913-242B-41ED-A6BE-E88ACB3A3A13}">
      <dsp:nvSpPr>
        <dsp:cNvPr id="0" name=""/>
        <dsp:cNvSpPr/>
      </dsp:nvSpPr>
      <dsp:spPr>
        <a:xfrm>
          <a:off x="0" y="2492515"/>
          <a:ext cx="8587584" cy="121680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Deep learning is a mediocre model to predict a default with this data</a:t>
          </a:r>
        </a:p>
      </dsp:txBody>
      <dsp:txXfrm>
        <a:off x="59399" y="2551914"/>
        <a:ext cx="8468786" cy="1098002"/>
      </dsp:txXfrm>
    </dsp:sp>
    <dsp:sp modelId="{53F3FB18-B589-4736-B7E3-56C6A48CAC1C}">
      <dsp:nvSpPr>
        <dsp:cNvPr id="0" name=""/>
        <dsp:cNvSpPr/>
      </dsp:nvSpPr>
      <dsp:spPr>
        <a:xfrm>
          <a:off x="0" y="3709315"/>
          <a:ext cx="858758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65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Not bad due to decent accuracy score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Other models such as logistic regression better suited</a:t>
          </a:r>
        </a:p>
      </dsp:txBody>
      <dsp:txXfrm>
        <a:off x="0" y="3709315"/>
        <a:ext cx="8587584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571671-B8C6-D296-5D1D-934B2C3B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0E9D80D-2DFE-25D9-A304-4D9EB167192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058106214"/>
              </p:ext>
            </p:extLst>
          </p:nvPr>
        </p:nvGraphicFramePr>
        <p:xfrm>
          <a:off x="-164" y="6356350"/>
          <a:ext cx="12192164" cy="525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244EAD-DCC0-08BC-51A6-474A0D4F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742118-55E3-8BAF-8F97-DB95522C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02FC8AA-14F5-F3FE-0D30-B9AAA8B120C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096334755"/>
              </p:ext>
            </p:extLst>
          </p:nvPr>
        </p:nvGraphicFramePr>
        <p:xfrm>
          <a:off x="-164" y="6356350"/>
          <a:ext cx="12192164" cy="525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244EAD-DCC0-08BC-51A6-474A0D4F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742118-55E3-8BAF-8F97-DB95522C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02FC8AA-14F5-F3FE-0D30-B9AAA8B120C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436632731"/>
              </p:ext>
            </p:extLst>
          </p:nvPr>
        </p:nvGraphicFramePr>
        <p:xfrm>
          <a:off x="-164" y="6356350"/>
          <a:ext cx="12192164" cy="525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35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71" r:id="rId4"/>
    <p:sldLayoutId id="214748367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9a08ac7-16a4-8008-8ba8-ad106ac3cd4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C2D5A-4D70-0F2E-D96C-CDB158B59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399769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35300-95E6-11C5-441C-97BE33DE3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Joseph Li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What Is Deep Learning and How Does It Work? | Built In">
            <a:extLst>
              <a:ext uri="{FF2B5EF4-FFF2-40B4-BE49-F238E27FC236}">
                <a16:creationId xmlns:a16="http://schemas.microsoft.com/office/drawing/2014/main" id="{BBBEBD06-F0D7-F509-473D-5F219D12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9470" y="320231"/>
            <a:ext cx="6631608" cy="28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819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3AB4-AB76-6057-161C-7E690184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0918-BFD8-DCCF-A620-D66357E0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DB773E4-41F6-E18B-C75C-DAF0590A4B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4985116"/>
              </p:ext>
            </p:extLst>
          </p:nvPr>
        </p:nvGraphicFramePr>
        <p:xfrm>
          <a:off x="2226235" y="1492623"/>
          <a:ext cx="7739529" cy="515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698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3198-F0D9-DA5F-C6BD-2A588BF8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841-F7C2-E165-51EC-54E4A7FA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Curation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02EE29B-7D3D-E786-23E4-F799C38F9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834251"/>
              </p:ext>
            </p:extLst>
          </p:nvPr>
        </p:nvGraphicFramePr>
        <p:xfrm>
          <a:off x="2032000" y="1690688"/>
          <a:ext cx="8128000" cy="4500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414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14A7-CA4C-7ACA-59F2-1A2B655E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FEE6-7EFD-B1EC-0CBF-25DDF5D0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Model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7C11A09-5D4F-EFAD-96E6-11F91CD64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965404"/>
              </p:ext>
            </p:extLst>
          </p:nvPr>
        </p:nvGraphicFramePr>
        <p:xfrm>
          <a:off x="2351741" y="1690688"/>
          <a:ext cx="7488518" cy="499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0AFEB32C-2557-8F5B-320C-B9D99F4BC6D4}"/>
              </a:ext>
            </a:extLst>
          </p:cNvPr>
          <p:cNvSpPr/>
          <p:nvPr/>
        </p:nvSpPr>
        <p:spPr>
          <a:xfrm>
            <a:off x="3633694" y="5916706"/>
            <a:ext cx="496047" cy="346636"/>
          </a:xfrm>
          <a:prstGeom prst="rightArrow">
            <a:avLst/>
          </a:prstGeom>
          <a:solidFill>
            <a:srgbClr val="CCD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C50344F-AF7A-C609-2CB2-AD7A85039053}"/>
              </a:ext>
            </a:extLst>
          </p:cNvPr>
          <p:cNvSpPr/>
          <p:nvPr/>
        </p:nvSpPr>
        <p:spPr>
          <a:xfrm>
            <a:off x="5147235" y="5910730"/>
            <a:ext cx="496047" cy="346636"/>
          </a:xfrm>
          <a:prstGeom prst="rightArrow">
            <a:avLst/>
          </a:prstGeom>
          <a:solidFill>
            <a:srgbClr val="CCD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17AC374-FA0E-4C2B-E066-5EA8B08A656E}"/>
              </a:ext>
            </a:extLst>
          </p:cNvPr>
          <p:cNvSpPr/>
          <p:nvPr/>
        </p:nvSpPr>
        <p:spPr>
          <a:xfrm>
            <a:off x="6660776" y="5910730"/>
            <a:ext cx="496047" cy="346636"/>
          </a:xfrm>
          <a:prstGeom prst="rightArrow">
            <a:avLst/>
          </a:prstGeom>
          <a:solidFill>
            <a:srgbClr val="CCD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0E4DF9-A1EC-E990-DBFA-0945654F98B4}"/>
              </a:ext>
            </a:extLst>
          </p:cNvPr>
          <p:cNvSpPr/>
          <p:nvPr/>
        </p:nvSpPr>
        <p:spPr>
          <a:xfrm>
            <a:off x="8174317" y="5910730"/>
            <a:ext cx="496047" cy="346636"/>
          </a:xfrm>
          <a:prstGeom prst="rightArrow">
            <a:avLst/>
          </a:prstGeom>
          <a:solidFill>
            <a:srgbClr val="CCD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7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3A4A-A88B-6679-AB57-18058777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A72B-1C42-D3C4-157D-11315429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Steps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827F76E-8C57-C8B5-5944-54CDB0AC8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902636"/>
              </p:ext>
            </p:extLst>
          </p:nvPr>
        </p:nvGraphicFramePr>
        <p:xfrm>
          <a:off x="2274047" y="1528420"/>
          <a:ext cx="7643906" cy="5095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15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9E72F-5AB2-2497-E24D-CC48F4FA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DAA3-821C-8547-8214-51377A7A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6096AE1-57AC-854B-EF2E-1CC0A39E32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138493"/>
              </p:ext>
            </p:extLst>
          </p:nvPr>
        </p:nvGraphicFramePr>
        <p:xfrm>
          <a:off x="1326203" y="1612994"/>
          <a:ext cx="9539594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450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921B-54DF-267D-D43A-468F6474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and Scores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F7C7D8-2A88-4E98-6FB5-157FA1B94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62" y="2183746"/>
            <a:ext cx="9727075" cy="249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7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E02C-93FB-2086-6299-843B2144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65BA-8810-5A31-4F7F-1862C35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352D64C-C8F2-A9E1-5832-16862BB899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946294"/>
              </p:ext>
            </p:extLst>
          </p:nvPr>
        </p:nvGraphicFramePr>
        <p:xfrm>
          <a:off x="1802208" y="1507844"/>
          <a:ext cx="8587584" cy="4985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769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8EF8-3F07-608E-FD2E-D5487E1A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A4CE-468C-B82B-DF8E-30290D67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https://chatgpt.com/share/69a08ac7-16a4-8008-8ba8-ad106ac3cd41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3366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507</TotalTime>
  <Words>277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Deep Learning</vt:lpstr>
      <vt:lpstr>Problem</vt:lpstr>
      <vt:lpstr>Dataset and Curation</vt:lpstr>
      <vt:lpstr>Deep Learning Model</vt:lpstr>
      <vt:lpstr>Analysis Steps</vt:lpstr>
      <vt:lpstr>Results</vt:lpstr>
      <vt:lpstr>Confusion Matrix and Scores</vt:lpstr>
      <vt:lpstr>Lessons Learned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Li, Joseph Aishun</cp:lastModifiedBy>
  <cp:revision>2</cp:revision>
  <dcterms:created xsi:type="dcterms:W3CDTF">2026-02-02T18:56:35Z</dcterms:created>
  <dcterms:modified xsi:type="dcterms:W3CDTF">2026-02-27T22:29:43Z</dcterms:modified>
</cp:coreProperties>
</file>